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309" r:id="rId3"/>
    <p:sldId id="308" r:id="rId4"/>
    <p:sldId id="319" r:id="rId5"/>
    <p:sldId id="299" r:id="rId6"/>
    <p:sldId id="301" r:id="rId7"/>
    <p:sldId id="266" r:id="rId8"/>
    <p:sldId id="320" r:id="rId9"/>
    <p:sldId id="321" r:id="rId10"/>
    <p:sldId id="315" r:id="rId11"/>
    <p:sldId id="316" r:id="rId12"/>
    <p:sldId id="314" r:id="rId13"/>
    <p:sldId id="318" r:id="rId14"/>
    <p:sldId id="317" r:id="rId15"/>
    <p:sldId id="313" r:id="rId16"/>
    <p:sldId id="278" r:id="rId17"/>
    <p:sldId id="323" r:id="rId18"/>
    <p:sldId id="322" r:id="rId19"/>
    <p:sldId id="279" r:id="rId20"/>
    <p:sldId id="324" r:id="rId21"/>
    <p:sldId id="298" r:id="rId22"/>
    <p:sldId id="2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gging in" id="{286D0511-4436-324B-AFCB-CBCBCB46791C}">
          <p14:sldIdLst>
            <p14:sldId id="256"/>
            <p14:sldId id="309"/>
            <p14:sldId id="308"/>
            <p14:sldId id="319"/>
            <p14:sldId id="299"/>
            <p14:sldId id="301"/>
            <p14:sldId id="266"/>
            <p14:sldId id="320"/>
            <p14:sldId id="321"/>
            <p14:sldId id="315"/>
            <p14:sldId id="316"/>
            <p14:sldId id="314"/>
            <p14:sldId id="318"/>
            <p14:sldId id="317"/>
            <p14:sldId id="313"/>
            <p14:sldId id="278"/>
            <p14:sldId id="323"/>
            <p14:sldId id="322"/>
            <p14:sldId id="279"/>
            <p14:sldId id="324"/>
            <p14:sldId id="298"/>
          </p14:sldIdLst>
        </p14:section>
        <p14:section name="Support and information" id="{D76436DA-986F-3E42-8A0E-090E6E87AD47}">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5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7B427B-EAF5-544E-BD47-B47CFE4553CA}" v="191" dt="2025-09-29T11:41:21.7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73"/>
    <p:restoredTop sz="88095"/>
  </p:normalViewPr>
  <p:slideViewPr>
    <p:cSldViewPr snapToGrid="0">
      <p:cViewPr varScale="1">
        <p:scale>
          <a:sx n="122" d="100"/>
          <a:sy n="122" d="100"/>
        </p:scale>
        <p:origin x="97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Dean (staff)" userId="d8747312-ac52-4b4d-9ae4-1e15c3e0516b" providerId="ADAL" clId="{C83962B6-82AA-D547-AA74-A98D0903F50C}"/>
    <pc:docChg chg="modSld">
      <pc:chgData name="Laura Dean (staff)" userId="d8747312-ac52-4b4d-9ae4-1e15c3e0516b" providerId="ADAL" clId="{C83962B6-82AA-D547-AA74-A98D0903F50C}" dt="2024-05-01T16:26:20.027" v="0" actId="20577"/>
      <pc:docMkLst>
        <pc:docMk/>
      </pc:docMkLst>
      <pc:sldChg chg="modNotesTx">
        <pc:chgData name="Laura Dean (staff)" userId="d8747312-ac52-4b4d-9ae4-1e15c3e0516b" providerId="ADAL" clId="{C83962B6-82AA-D547-AA74-A98D0903F50C}" dt="2024-05-01T16:26:20.027" v="0" actId="20577"/>
        <pc:sldMkLst>
          <pc:docMk/>
          <pc:sldMk cId="3632703900" sldId="264"/>
        </pc:sldMkLst>
      </pc:sldChg>
    </pc:docChg>
  </pc:docChgLst>
  <pc:docChgLst>
    <pc:chgData name="Laura Dean (staff)" userId="d8747312-ac52-4b4d-9ae4-1e15c3e0516b" providerId="ADAL" clId="{1E86A573-9DAD-504D-86A6-78CEAB983635}"/>
    <pc:docChg chg="custSel modSld">
      <pc:chgData name="Laura Dean (staff)" userId="d8747312-ac52-4b4d-9ae4-1e15c3e0516b" providerId="ADAL" clId="{1E86A573-9DAD-504D-86A6-78CEAB983635}" dt="2024-11-14T14:57:56.079" v="377" actId="20577"/>
      <pc:docMkLst>
        <pc:docMk/>
      </pc:docMkLst>
      <pc:sldChg chg="modSp mod">
        <pc:chgData name="Laura Dean (staff)" userId="d8747312-ac52-4b4d-9ae4-1e15c3e0516b" providerId="ADAL" clId="{1E86A573-9DAD-504D-86A6-78CEAB983635}" dt="2024-11-14T14:56:36.730" v="298" actId="207"/>
        <pc:sldMkLst>
          <pc:docMk/>
          <pc:sldMk cId="3749462337" sldId="278"/>
        </pc:sldMkLst>
      </pc:sldChg>
      <pc:sldChg chg="modSp mod">
        <pc:chgData name="Laura Dean (staff)" userId="d8747312-ac52-4b4d-9ae4-1e15c3e0516b" providerId="ADAL" clId="{1E86A573-9DAD-504D-86A6-78CEAB983635}" dt="2024-11-14T14:57:56.079" v="377" actId="20577"/>
        <pc:sldMkLst>
          <pc:docMk/>
          <pc:sldMk cId="1427272894" sldId="279"/>
        </pc:sldMkLst>
      </pc:sldChg>
    </pc:docChg>
  </pc:docChgLst>
  <pc:docChgLst>
    <pc:chgData name="Laura Dean (staff)" userId="d8747312-ac52-4b4d-9ae4-1e15c3e0516b" providerId="ADAL" clId="{0BB37FFF-C9FF-B54A-B7A6-229063462BBB}"/>
    <pc:docChg chg="undo custSel addSld delSld modSld sldOrd addSection modSection">
      <pc:chgData name="Laura Dean (staff)" userId="d8747312-ac52-4b4d-9ae4-1e15c3e0516b" providerId="ADAL" clId="{0BB37FFF-C9FF-B54A-B7A6-229063462BBB}" dt="2024-10-08T11:11:17.506" v="12552" actId="14100"/>
      <pc:docMkLst>
        <pc:docMk/>
      </pc:docMkLst>
      <pc:sldChg chg="addSp delSp modSp mod ord modNotesTx">
        <pc:chgData name="Laura Dean (staff)" userId="d8747312-ac52-4b4d-9ae4-1e15c3e0516b" providerId="ADAL" clId="{0BB37FFF-C9FF-B54A-B7A6-229063462BBB}" dt="2024-10-07T13:34:36.266" v="10232" actId="14100"/>
        <pc:sldMkLst>
          <pc:docMk/>
          <pc:sldMk cId="3970020448" sldId="256"/>
        </pc:sldMkLst>
      </pc:sldChg>
      <pc:sldChg chg="addSp delSp modSp mod ord">
        <pc:chgData name="Laura Dean (staff)" userId="d8747312-ac52-4b4d-9ae4-1e15c3e0516b" providerId="ADAL" clId="{0BB37FFF-C9FF-B54A-B7A6-229063462BBB}" dt="2024-10-07T09:55:50.796" v="7314" actId="1076"/>
        <pc:sldMkLst>
          <pc:docMk/>
          <pc:sldMk cId="942524464" sldId="257"/>
        </pc:sldMkLst>
      </pc:sldChg>
      <pc:sldChg chg="ord">
        <pc:chgData name="Laura Dean (staff)" userId="d8747312-ac52-4b4d-9ae4-1e15c3e0516b" providerId="ADAL" clId="{0BB37FFF-C9FF-B54A-B7A6-229063462BBB}" dt="2024-10-07T09:54:08.265" v="7303" actId="20578"/>
        <pc:sldMkLst>
          <pc:docMk/>
          <pc:sldMk cId="1465555569" sldId="258"/>
        </pc:sldMkLst>
      </pc:sldChg>
      <pc:sldChg chg="modSp mod ord">
        <pc:chgData name="Laura Dean (staff)" userId="d8747312-ac52-4b4d-9ae4-1e15c3e0516b" providerId="ADAL" clId="{0BB37FFF-C9FF-B54A-B7A6-229063462BBB}" dt="2024-10-07T10:37:58.415" v="8360" actId="20578"/>
        <pc:sldMkLst>
          <pc:docMk/>
          <pc:sldMk cId="1107250077" sldId="259"/>
        </pc:sldMkLst>
      </pc:sldChg>
      <pc:sldChg chg="modSp mod ord modNotesTx">
        <pc:chgData name="Laura Dean (staff)" userId="d8747312-ac52-4b4d-9ae4-1e15c3e0516b" providerId="ADAL" clId="{0BB37FFF-C9FF-B54A-B7A6-229063462BBB}" dt="2024-10-07T11:48:43.245" v="9297" actId="1036"/>
        <pc:sldMkLst>
          <pc:docMk/>
          <pc:sldMk cId="1708680250" sldId="260"/>
        </pc:sldMkLst>
      </pc:sldChg>
      <pc:sldChg chg="addSp delSp modSp mod ord addAnim delAnim">
        <pc:chgData name="Laura Dean (staff)" userId="d8747312-ac52-4b4d-9ae4-1e15c3e0516b" providerId="ADAL" clId="{0BB37FFF-C9FF-B54A-B7A6-229063462BBB}" dt="2024-10-07T09:16:04.603" v="3994" actId="478"/>
        <pc:sldMkLst>
          <pc:docMk/>
          <pc:sldMk cId="3823243654" sldId="261"/>
        </pc:sldMkLst>
      </pc:sldChg>
      <pc:sldChg chg="modSp modAnim">
        <pc:chgData name="Laura Dean (staff)" userId="d8747312-ac52-4b4d-9ae4-1e15c3e0516b" providerId="ADAL" clId="{0BB37FFF-C9FF-B54A-B7A6-229063462BBB}" dt="2024-10-07T10:59:35.848" v="8598" actId="2711"/>
        <pc:sldMkLst>
          <pc:docMk/>
          <pc:sldMk cId="327526663" sldId="262"/>
        </pc:sldMkLst>
      </pc:sldChg>
      <pc:sldChg chg="modSp mod">
        <pc:chgData name="Laura Dean (staff)" userId="d8747312-ac52-4b4d-9ae4-1e15c3e0516b" providerId="ADAL" clId="{0BB37FFF-C9FF-B54A-B7A6-229063462BBB}" dt="2024-10-07T14:43:01.970" v="11362" actId="207"/>
        <pc:sldMkLst>
          <pc:docMk/>
          <pc:sldMk cId="1733648655" sldId="263"/>
        </pc:sldMkLst>
      </pc:sldChg>
      <pc:sldChg chg="modSp mod">
        <pc:chgData name="Laura Dean (staff)" userId="d8747312-ac52-4b4d-9ae4-1e15c3e0516b" providerId="ADAL" clId="{0BB37FFF-C9FF-B54A-B7A6-229063462BBB}" dt="2024-10-07T14:44:01.692" v="11409" actId="20577"/>
        <pc:sldMkLst>
          <pc:docMk/>
          <pc:sldMk cId="3632703900" sldId="264"/>
        </pc:sldMkLst>
      </pc:sldChg>
      <pc:sldChg chg="addSp delSp modSp del mod">
        <pc:chgData name="Laura Dean (staff)" userId="d8747312-ac52-4b4d-9ae4-1e15c3e0516b" providerId="ADAL" clId="{0BB37FFF-C9FF-B54A-B7A6-229063462BBB}" dt="2024-10-07T11:05:37.516" v="8918" actId="2696"/>
        <pc:sldMkLst>
          <pc:docMk/>
          <pc:sldMk cId="2081798508" sldId="265"/>
        </pc:sldMkLst>
      </pc:sldChg>
      <pc:sldChg chg="add">
        <pc:chgData name="Laura Dean (staff)" userId="d8747312-ac52-4b4d-9ae4-1e15c3e0516b" providerId="ADAL" clId="{0BB37FFF-C9FF-B54A-B7A6-229063462BBB}" dt="2024-10-07T11:05:58.339" v="8921"/>
        <pc:sldMkLst>
          <pc:docMk/>
          <pc:sldMk cId="2343221612" sldId="265"/>
        </pc:sldMkLst>
      </pc:sldChg>
      <pc:sldChg chg="modSp add mod">
        <pc:chgData name="Laura Dean (staff)" userId="d8747312-ac52-4b4d-9ae4-1e15c3e0516b" providerId="ADAL" clId="{0BB37FFF-C9FF-B54A-B7A6-229063462BBB}" dt="2024-10-04T13:07:21.981" v="2224" actId="1035"/>
        <pc:sldMkLst>
          <pc:docMk/>
          <pc:sldMk cId="503866127" sldId="266"/>
        </pc:sldMkLst>
      </pc:sldChg>
      <pc:sldChg chg="addSp modSp add del mod">
        <pc:chgData name="Laura Dean (staff)" userId="d8747312-ac52-4b4d-9ae4-1e15c3e0516b" providerId="ADAL" clId="{0BB37FFF-C9FF-B54A-B7A6-229063462BBB}" dt="2024-10-07T14:08:00.315" v="10837" actId="2696"/>
        <pc:sldMkLst>
          <pc:docMk/>
          <pc:sldMk cId="2087894853" sldId="275"/>
        </pc:sldMkLst>
      </pc:sldChg>
      <pc:sldChg chg="add">
        <pc:chgData name="Laura Dean (staff)" userId="d8747312-ac52-4b4d-9ae4-1e15c3e0516b" providerId="ADAL" clId="{0BB37FFF-C9FF-B54A-B7A6-229063462BBB}" dt="2024-10-07T14:08:05.390" v="10838"/>
        <pc:sldMkLst>
          <pc:docMk/>
          <pc:sldMk cId="2972566723" sldId="275"/>
        </pc:sldMkLst>
      </pc:sldChg>
      <pc:sldChg chg="modSp add del mod">
        <pc:chgData name="Laura Dean (staff)" userId="d8747312-ac52-4b4d-9ae4-1e15c3e0516b" providerId="ADAL" clId="{0BB37FFF-C9FF-B54A-B7A6-229063462BBB}" dt="2024-10-04T13:05:03.434" v="2146" actId="2696"/>
        <pc:sldMkLst>
          <pc:docMk/>
          <pc:sldMk cId="1664380795" sldId="276"/>
        </pc:sldMkLst>
      </pc:sldChg>
      <pc:sldChg chg="addSp modSp add mod ord modAnim modNotesTx">
        <pc:chgData name="Laura Dean (staff)" userId="d8747312-ac52-4b4d-9ae4-1e15c3e0516b" providerId="ADAL" clId="{0BB37FFF-C9FF-B54A-B7A6-229063462BBB}" dt="2024-10-07T13:57:24.983" v="10829" actId="14100"/>
        <pc:sldMkLst>
          <pc:docMk/>
          <pc:sldMk cId="4122460203" sldId="277"/>
        </pc:sldMkLst>
      </pc:sldChg>
      <pc:sldChg chg="addSp delSp modSp add mod">
        <pc:chgData name="Laura Dean (staff)" userId="d8747312-ac52-4b4d-9ae4-1e15c3e0516b" providerId="ADAL" clId="{0BB37FFF-C9FF-B54A-B7A6-229063462BBB}" dt="2024-10-04T12:49:42.681" v="1791" actId="11"/>
        <pc:sldMkLst>
          <pc:docMk/>
          <pc:sldMk cId="3749462337" sldId="278"/>
        </pc:sldMkLst>
      </pc:sldChg>
      <pc:sldChg chg="addSp delSp modSp add mod modNotesTx">
        <pc:chgData name="Laura Dean (staff)" userId="d8747312-ac52-4b4d-9ae4-1e15c3e0516b" providerId="ADAL" clId="{0BB37FFF-C9FF-B54A-B7A6-229063462BBB}" dt="2024-10-07T09:03:09.857" v="2970" actId="1076"/>
        <pc:sldMkLst>
          <pc:docMk/>
          <pc:sldMk cId="1427272894" sldId="279"/>
        </pc:sldMkLst>
      </pc:sldChg>
      <pc:sldChg chg="add del">
        <pc:chgData name="Laura Dean (staff)" userId="d8747312-ac52-4b4d-9ae4-1e15c3e0516b" providerId="ADAL" clId="{0BB37FFF-C9FF-B54A-B7A6-229063462BBB}" dt="2024-10-07T09:36:50.677" v="6680" actId="2696"/>
        <pc:sldMkLst>
          <pc:docMk/>
          <pc:sldMk cId="2264878189" sldId="280"/>
        </pc:sldMkLst>
      </pc:sldChg>
      <pc:sldChg chg="modSp add mod">
        <pc:chgData name="Laura Dean (staff)" userId="d8747312-ac52-4b4d-9ae4-1e15c3e0516b" providerId="ADAL" clId="{0BB37FFF-C9FF-B54A-B7A6-229063462BBB}" dt="2024-10-07T09:34:58.987" v="6463" actId="20577"/>
        <pc:sldMkLst>
          <pc:docMk/>
          <pc:sldMk cId="1842421333" sldId="281"/>
        </pc:sldMkLst>
      </pc:sldChg>
      <pc:sldChg chg="modSp add mod">
        <pc:chgData name="Laura Dean (staff)" userId="d8747312-ac52-4b4d-9ae4-1e15c3e0516b" providerId="ADAL" clId="{0BB37FFF-C9FF-B54A-B7A6-229063462BBB}" dt="2024-10-07T09:16:57.987" v="4114" actId="20577"/>
        <pc:sldMkLst>
          <pc:docMk/>
          <pc:sldMk cId="3807998629" sldId="282"/>
        </pc:sldMkLst>
      </pc:sldChg>
      <pc:sldChg chg="modSp add mod">
        <pc:chgData name="Laura Dean (staff)" userId="d8747312-ac52-4b4d-9ae4-1e15c3e0516b" providerId="ADAL" clId="{0BB37FFF-C9FF-B54A-B7A6-229063462BBB}" dt="2024-10-07T09:17:53.899" v="4268" actId="20577"/>
        <pc:sldMkLst>
          <pc:docMk/>
          <pc:sldMk cId="458446712" sldId="283"/>
        </pc:sldMkLst>
      </pc:sldChg>
      <pc:sldChg chg="modSp add mod">
        <pc:chgData name="Laura Dean (staff)" userId="d8747312-ac52-4b4d-9ae4-1e15c3e0516b" providerId="ADAL" clId="{0BB37FFF-C9FF-B54A-B7A6-229063462BBB}" dt="2024-10-07T09:20:16.544" v="4597" actId="20577"/>
        <pc:sldMkLst>
          <pc:docMk/>
          <pc:sldMk cId="1629404145" sldId="284"/>
        </pc:sldMkLst>
      </pc:sldChg>
      <pc:sldChg chg="modSp add mod">
        <pc:chgData name="Laura Dean (staff)" userId="d8747312-ac52-4b4d-9ae4-1e15c3e0516b" providerId="ADAL" clId="{0BB37FFF-C9FF-B54A-B7A6-229063462BBB}" dt="2024-10-08T10:12:09.551" v="11957" actId="20577"/>
        <pc:sldMkLst>
          <pc:docMk/>
          <pc:sldMk cId="1414401769" sldId="285"/>
        </pc:sldMkLst>
      </pc:sldChg>
      <pc:sldChg chg="modSp add mod">
        <pc:chgData name="Laura Dean (staff)" userId="d8747312-ac52-4b4d-9ae4-1e15c3e0516b" providerId="ADAL" clId="{0BB37FFF-C9FF-B54A-B7A6-229063462BBB}" dt="2024-10-07T09:24:36.134" v="5187" actId="20577"/>
        <pc:sldMkLst>
          <pc:docMk/>
          <pc:sldMk cId="1543063708" sldId="286"/>
        </pc:sldMkLst>
      </pc:sldChg>
      <pc:sldChg chg="modSp add mod">
        <pc:chgData name="Laura Dean (staff)" userId="d8747312-ac52-4b4d-9ae4-1e15c3e0516b" providerId="ADAL" clId="{0BB37FFF-C9FF-B54A-B7A6-229063462BBB}" dt="2024-10-07T09:25:18.621" v="5300" actId="20577"/>
        <pc:sldMkLst>
          <pc:docMk/>
          <pc:sldMk cId="3157480649" sldId="287"/>
        </pc:sldMkLst>
      </pc:sldChg>
      <pc:sldChg chg="modSp add mod">
        <pc:chgData name="Laura Dean (staff)" userId="d8747312-ac52-4b4d-9ae4-1e15c3e0516b" providerId="ADAL" clId="{0BB37FFF-C9FF-B54A-B7A6-229063462BBB}" dt="2024-10-08T10:26:36.550" v="12033" actId="20577"/>
        <pc:sldMkLst>
          <pc:docMk/>
          <pc:sldMk cId="2720519892" sldId="288"/>
        </pc:sldMkLst>
      </pc:sldChg>
      <pc:sldChg chg="modSp add mod">
        <pc:chgData name="Laura Dean (staff)" userId="d8747312-ac52-4b4d-9ae4-1e15c3e0516b" providerId="ADAL" clId="{0BB37FFF-C9FF-B54A-B7A6-229063462BBB}" dt="2024-10-08T10:26:50.557" v="12038" actId="1076"/>
        <pc:sldMkLst>
          <pc:docMk/>
          <pc:sldMk cId="1305032132" sldId="289"/>
        </pc:sldMkLst>
      </pc:sldChg>
      <pc:sldChg chg="modSp add mod">
        <pc:chgData name="Laura Dean (staff)" userId="d8747312-ac52-4b4d-9ae4-1e15c3e0516b" providerId="ADAL" clId="{0BB37FFF-C9FF-B54A-B7A6-229063462BBB}" dt="2024-10-07T09:31:25.869" v="6092" actId="20577"/>
        <pc:sldMkLst>
          <pc:docMk/>
          <pc:sldMk cId="3321215829" sldId="290"/>
        </pc:sldMkLst>
      </pc:sldChg>
      <pc:sldChg chg="add">
        <pc:chgData name="Laura Dean (staff)" userId="d8747312-ac52-4b4d-9ae4-1e15c3e0516b" providerId="ADAL" clId="{0BB37FFF-C9FF-B54A-B7A6-229063462BBB}" dt="2024-10-07T09:31:37.590" v="6093" actId="2890"/>
        <pc:sldMkLst>
          <pc:docMk/>
          <pc:sldMk cId="3289255166" sldId="291"/>
        </pc:sldMkLst>
      </pc:sldChg>
      <pc:sldChg chg="modSp add mod">
        <pc:chgData name="Laura Dean (staff)" userId="d8747312-ac52-4b4d-9ae4-1e15c3e0516b" providerId="ADAL" clId="{0BB37FFF-C9FF-B54A-B7A6-229063462BBB}" dt="2024-10-07T09:36:39.979" v="6679" actId="20577"/>
        <pc:sldMkLst>
          <pc:docMk/>
          <pc:sldMk cId="3331288016" sldId="292"/>
        </pc:sldMkLst>
      </pc:sldChg>
      <pc:sldChg chg="addSp delSp modSp add mod ord">
        <pc:chgData name="Laura Dean (staff)" userId="d8747312-ac52-4b4d-9ae4-1e15c3e0516b" providerId="ADAL" clId="{0BB37FFF-C9FF-B54A-B7A6-229063462BBB}" dt="2024-10-07T11:34:02.673" v="9224" actId="6549"/>
        <pc:sldMkLst>
          <pc:docMk/>
          <pc:sldMk cId="3279650903" sldId="293"/>
        </pc:sldMkLst>
      </pc:sldChg>
      <pc:sldChg chg="delSp modSp add mod ord modShow">
        <pc:chgData name="Laura Dean (staff)" userId="d8747312-ac52-4b4d-9ae4-1e15c3e0516b" providerId="ADAL" clId="{0BB37FFF-C9FF-B54A-B7A6-229063462BBB}" dt="2024-10-07T10:38:10.564" v="8362" actId="1076"/>
        <pc:sldMkLst>
          <pc:docMk/>
          <pc:sldMk cId="1003325176" sldId="294"/>
        </pc:sldMkLst>
      </pc:sldChg>
      <pc:sldChg chg="addSp modSp add mod modAnim">
        <pc:chgData name="Laura Dean (staff)" userId="d8747312-ac52-4b4d-9ae4-1e15c3e0516b" providerId="ADAL" clId="{0BB37FFF-C9FF-B54A-B7A6-229063462BBB}" dt="2024-10-07T13:57:58.650" v="10833" actId="14100"/>
        <pc:sldMkLst>
          <pc:docMk/>
          <pc:sldMk cId="2404887283" sldId="295"/>
        </pc:sldMkLst>
      </pc:sldChg>
      <pc:sldChg chg="addSp delSp modSp add mod delAnim">
        <pc:chgData name="Laura Dean (staff)" userId="d8747312-ac52-4b4d-9ae4-1e15c3e0516b" providerId="ADAL" clId="{0BB37FFF-C9FF-B54A-B7A6-229063462BBB}" dt="2024-10-08T10:51:30.022" v="12042" actId="20577"/>
        <pc:sldMkLst>
          <pc:docMk/>
          <pc:sldMk cId="898019762" sldId="296"/>
        </pc:sldMkLst>
      </pc:sldChg>
      <pc:sldChg chg="addSp modSp add mod modAnim">
        <pc:chgData name="Laura Dean (staff)" userId="d8747312-ac52-4b4d-9ae4-1e15c3e0516b" providerId="ADAL" clId="{0BB37FFF-C9FF-B54A-B7A6-229063462BBB}" dt="2024-10-07T13:58:15.457" v="10836" actId="14100"/>
        <pc:sldMkLst>
          <pc:docMk/>
          <pc:sldMk cId="1963724393" sldId="297"/>
        </pc:sldMkLst>
      </pc:sldChg>
      <pc:sldChg chg="addSp delSp modSp add mod delAnim">
        <pc:chgData name="Laura Dean (staff)" userId="d8747312-ac52-4b4d-9ae4-1e15c3e0516b" providerId="ADAL" clId="{0BB37FFF-C9FF-B54A-B7A6-229063462BBB}" dt="2024-10-07T10:22:55.456" v="8353" actId="1038"/>
        <pc:sldMkLst>
          <pc:docMk/>
          <pc:sldMk cId="1315722957" sldId="298"/>
        </pc:sldMkLst>
      </pc:sldChg>
      <pc:sldChg chg="addSp delSp modSp new mod">
        <pc:chgData name="Laura Dean (staff)" userId="d8747312-ac52-4b4d-9ae4-1e15c3e0516b" providerId="ADAL" clId="{0BB37FFF-C9FF-B54A-B7A6-229063462BBB}" dt="2024-10-07T10:48:33.402" v="8557" actId="20577"/>
        <pc:sldMkLst>
          <pc:docMk/>
          <pc:sldMk cId="2187301221" sldId="299"/>
        </pc:sldMkLst>
      </pc:sldChg>
      <pc:sldChg chg="addSp delSp add del mod">
        <pc:chgData name="Laura Dean (staff)" userId="d8747312-ac52-4b4d-9ae4-1e15c3e0516b" providerId="ADAL" clId="{0BB37FFF-C9FF-B54A-B7A6-229063462BBB}" dt="2024-10-07T10:56:39.231" v="8593" actId="2696"/>
        <pc:sldMkLst>
          <pc:docMk/>
          <pc:sldMk cId="498680746" sldId="300"/>
        </pc:sldMkLst>
      </pc:sldChg>
      <pc:sldChg chg="addSp delSp modSp add mod">
        <pc:chgData name="Laura Dean (staff)" userId="d8747312-ac52-4b4d-9ae4-1e15c3e0516b" providerId="ADAL" clId="{0BB37FFF-C9FF-B54A-B7A6-229063462BBB}" dt="2024-10-07T10:50:10.287" v="8581" actId="14100"/>
        <pc:sldMkLst>
          <pc:docMk/>
          <pc:sldMk cId="788512635" sldId="301"/>
        </pc:sldMkLst>
      </pc:sldChg>
      <pc:sldChg chg="add">
        <pc:chgData name="Laura Dean (staff)" userId="d8747312-ac52-4b4d-9ae4-1e15c3e0516b" providerId="ADAL" clId="{0BB37FFF-C9FF-B54A-B7A6-229063462BBB}" dt="2024-10-07T11:05:58.339" v="8921"/>
        <pc:sldMkLst>
          <pc:docMk/>
          <pc:sldMk cId="2181441522" sldId="302"/>
        </pc:sldMkLst>
      </pc:sldChg>
      <pc:sldChg chg="modSp add del mod">
        <pc:chgData name="Laura Dean (staff)" userId="d8747312-ac52-4b4d-9ae4-1e15c3e0516b" providerId="ADAL" clId="{0BB37FFF-C9FF-B54A-B7A6-229063462BBB}" dt="2024-10-07T11:05:37.516" v="8918" actId="2696"/>
        <pc:sldMkLst>
          <pc:docMk/>
          <pc:sldMk cId="3053880913" sldId="302"/>
        </pc:sldMkLst>
      </pc:sldChg>
      <pc:sldChg chg="addSp delSp modSp add mod">
        <pc:chgData name="Laura Dean (staff)" userId="d8747312-ac52-4b4d-9ae4-1e15c3e0516b" providerId="ADAL" clId="{0BB37FFF-C9FF-B54A-B7A6-229063462BBB}" dt="2024-10-07T11:31:40.259" v="9217" actId="1038"/>
        <pc:sldMkLst>
          <pc:docMk/>
          <pc:sldMk cId="1090802671" sldId="303"/>
        </pc:sldMkLst>
      </pc:sldChg>
      <pc:sldChg chg="modSp add del mod">
        <pc:chgData name="Laura Dean (staff)" userId="d8747312-ac52-4b4d-9ae4-1e15c3e0516b" providerId="ADAL" clId="{0BB37FFF-C9FF-B54A-B7A6-229063462BBB}" dt="2024-10-07T11:12:55.978" v="8959" actId="2696"/>
        <pc:sldMkLst>
          <pc:docMk/>
          <pc:sldMk cId="3790197205" sldId="303"/>
        </pc:sldMkLst>
      </pc:sldChg>
      <pc:sldChg chg="modSp add mod ord">
        <pc:chgData name="Laura Dean (staff)" userId="d8747312-ac52-4b4d-9ae4-1e15c3e0516b" providerId="ADAL" clId="{0BB37FFF-C9FF-B54A-B7A6-229063462BBB}" dt="2024-10-07T11:50:03.216" v="9319" actId="20577"/>
        <pc:sldMkLst>
          <pc:docMk/>
          <pc:sldMk cId="2879914958" sldId="304"/>
        </pc:sldMkLst>
      </pc:sldChg>
      <pc:sldChg chg="addSp delSp modSp add mod">
        <pc:chgData name="Laura Dean (staff)" userId="d8747312-ac52-4b4d-9ae4-1e15c3e0516b" providerId="ADAL" clId="{0BB37FFF-C9FF-B54A-B7A6-229063462BBB}" dt="2024-10-07T12:01:51.369" v="9545" actId="122"/>
        <pc:sldMkLst>
          <pc:docMk/>
          <pc:sldMk cId="1126946785" sldId="305"/>
        </pc:sldMkLst>
      </pc:sldChg>
      <pc:sldChg chg="add del">
        <pc:chgData name="Laura Dean (staff)" userId="d8747312-ac52-4b4d-9ae4-1e15c3e0516b" providerId="ADAL" clId="{0BB37FFF-C9FF-B54A-B7A6-229063462BBB}" dt="2024-10-07T11:50:18.242" v="9320" actId="2696"/>
        <pc:sldMkLst>
          <pc:docMk/>
          <pc:sldMk cId="2360126424" sldId="305"/>
        </pc:sldMkLst>
      </pc:sldChg>
      <pc:sldChg chg="addSp delSp modSp add mod">
        <pc:chgData name="Laura Dean (staff)" userId="d8747312-ac52-4b4d-9ae4-1e15c3e0516b" providerId="ADAL" clId="{0BB37FFF-C9FF-B54A-B7A6-229063462BBB}" dt="2024-10-07T12:00:11.279" v="9532" actId="20577"/>
        <pc:sldMkLst>
          <pc:docMk/>
          <pc:sldMk cId="1739739193" sldId="306"/>
        </pc:sldMkLst>
      </pc:sldChg>
      <pc:sldChg chg="addSp delSp modSp add mod">
        <pc:chgData name="Laura Dean (staff)" userId="d8747312-ac52-4b4d-9ae4-1e15c3e0516b" providerId="ADAL" clId="{0BB37FFF-C9FF-B54A-B7A6-229063462BBB}" dt="2024-10-07T12:07:53.164" v="10100" actId="1076"/>
        <pc:sldMkLst>
          <pc:docMk/>
          <pc:sldMk cId="2821958742" sldId="307"/>
        </pc:sldMkLst>
      </pc:sldChg>
      <pc:sldChg chg="add">
        <pc:chgData name="Laura Dean (staff)" userId="d8747312-ac52-4b4d-9ae4-1e15c3e0516b" providerId="ADAL" clId="{0BB37FFF-C9FF-B54A-B7A6-229063462BBB}" dt="2024-10-07T13:29:18.421" v="10101" actId="2890"/>
        <pc:sldMkLst>
          <pc:docMk/>
          <pc:sldMk cId="1091374398" sldId="308"/>
        </pc:sldMkLst>
      </pc:sldChg>
      <pc:sldChg chg="delSp modSp add mod">
        <pc:chgData name="Laura Dean (staff)" userId="d8747312-ac52-4b4d-9ae4-1e15c3e0516b" providerId="ADAL" clId="{0BB37FFF-C9FF-B54A-B7A6-229063462BBB}" dt="2024-10-07T13:45:07.671" v="10702" actId="1076"/>
        <pc:sldMkLst>
          <pc:docMk/>
          <pc:sldMk cId="1839439955" sldId="309"/>
        </pc:sldMkLst>
      </pc:sldChg>
      <pc:sldChg chg="addSp delSp modSp add mod ord">
        <pc:chgData name="Laura Dean (staff)" userId="d8747312-ac52-4b4d-9ae4-1e15c3e0516b" providerId="ADAL" clId="{0BB37FFF-C9FF-B54A-B7A6-229063462BBB}" dt="2024-10-07T14:41:53.367" v="11359" actId="20577"/>
        <pc:sldMkLst>
          <pc:docMk/>
          <pc:sldMk cId="4061846520" sldId="310"/>
        </pc:sldMkLst>
      </pc:sldChg>
      <pc:sldChg chg="delSp modSp add mod">
        <pc:chgData name="Laura Dean (staff)" userId="d8747312-ac52-4b4d-9ae4-1e15c3e0516b" providerId="ADAL" clId="{0BB37FFF-C9FF-B54A-B7A6-229063462BBB}" dt="2024-10-08T09:49:51.862" v="11954" actId="20577"/>
        <pc:sldMkLst>
          <pc:docMk/>
          <pc:sldMk cId="2061030718" sldId="311"/>
        </pc:sldMkLst>
      </pc:sldChg>
      <pc:sldChg chg="addSp delSp modSp add mod">
        <pc:chgData name="Laura Dean (staff)" userId="d8747312-ac52-4b4d-9ae4-1e15c3e0516b" providerId="ADAL" clId="{0BB37FFF-C9FF-B54A-B7A6-229063462BBB}" dt="2024-10-08T11:11:17.506" v="12552" actId="14100"/>
        <pc:sldMkLst>
          <pc:docMk/>
          <pc:sldMk cId="1114134196" sldId="312"/>
        </pc:sldMkLst>
      </pc:sldChg>
    </pc:docChg>
  </pc:docChgLst>
  <pc:docChgLst>
    <pc:chgData name="Laura Dean (staff)" userId="d8747312-ac52-4b4d-9ae4-1e15c3e0516b" providerId="ADAL" clId="{4BE82665-8358-AC4D-BEAA-23D4D8E64EC6}"/>
    <pc:docChg chg="modSld">
      <pc:chgData name="Laura Dean (staff)" userId="d8747312-ac52-4b4d-9ae4-1e15c3e0516b" providerId="ADAL" clId="{4BE82665-8358-AC4D-BEAA-23D4D8E64EC6}" dt="2025-02-10T09:20:18.859" v="143" actId="20577"/>
      <pc:docMkLst>
        <pc:docMk/>
      </pc:docMkLst>
      <pc:sldChg chg="modSp mod">
        <pc:chgData name="Laura Dean (staff)" userId="d8747312-ac52-4b4d-9ae4-1e15c3e0516b" providerId="ADAL" clId="{4BE82665-8358-AC4D-BEAA-23D4D8E64EC6}" dt="2025-02-10T09:20:18.859" v="143" actId="20577"/>
        <pc:sldMkLst>
          <pc:docMk/>
          <pc:sldMk cId="3632703900" sldId="264"/>
        </pc:sldMkLst>
      </pc:sldChg>
    </pc:docChg>
  </pc:docChgLst>
  <pc:docChgLst>
    <pc:chgData name="Laura Dean (staff)" userId="d8747312-ac52-4b4d-9ae4-1e15c3e0516b" providerId="ADAL" clId="{0A5FCBA3-0436-57F2-9A98-325546E6318B}"/>
    <pc:docChg chg="undo custSel addSld delSld modSld sldOrd addSection delSection modSection">
      <pc:chgData name="Laura Dean (staff)" userId="d8747312-ac52-4b4d-9ae4-1e15c3e0516b" providerId="ADAL" clId="{0A5FCBA3-0436-57F2-9A98-325546E6318B}" dt="2025-09-29T11:52:35.927" v="8521" actId="20577"/>
      <pc:docMkLst>
        <pc:docMk/>
      </pc:docMkLst>
      <pc:sldChg chg="addSp delSp modSp mod setBg">
        <pc:chgData name="Laura Dean (staff)" userId="d8747312-ac52-4b4d-9ae4-1e15c3e0516b" providerId="ADAL" clId="{0A5FCBA3-0436-57F2-9A98-325546E6318B}" dt="2025-09-19T13:37:24.040" v="2777" actId="20577"/>
        <pc:sldMkLst>
          <pc:docMk/>
          <pc:sldMk cId="3970020448" sldId="256"/>
        </pc:sldMkLst>
        <pc:spChg chg="mod">
          <ac:chgData name="Laura Dean (staff)" userId="d8747312-ac52-4b4d-9ae4-1e15c3e0516b" providerId="ADAL" clId="{0A5FCBA3-0436-57F2-9A98-325546E6318B}" dt="2025-09-19T13:37:24.040" v="2777" actId="20577"/>
          <ac:spMkLst>
            <pc:docMk/>
            <pc:sldMk cId="3970020448" sldId="256"/>
            <ac:spMk id="2" creationId="{F57CE777-ABEB-6023-40DD-660DFBDCFEC6}"/>
          </ac:spMkLst>
        </pc:spChg>
        <pc:spChg chg="mod">
          <ac:chgData name="Laura Dean (staff)" userId="d8747312-ac52-4b4d-9ae4-1e15c3e0516b" providerId="ADAL" clId="{0A5FCBA3-0436-57F2-9A98-325546E6318B}" dt="2025-09-16T11:25:57.942" v="2006" actId="1036"/>
          <ac:spMkLst>
            <pc:docMk/>
            <pc:sldMk cId="3970020448" sldId="256"/>
            <ac:spMk id="5" creationId="{31EADD31-250A-669C-CA6F-536A910C5B4C}"/>
          </ac:spMkLst>
        </pc:spChg>
        <pc:spChg chg="add">
          <ac:chgData name="Laura Dean (staff)" userId="d8747312-ac52-4b4d-9ae4-1e15c3e0516b" providerId="ADAL" clId="{0A5FCBA3-0436-57F2-9A98-325546E6318B}" dt="2025-09-16T11:24:48.639" v="1985" actId="26606"/>
          <ac:spMkLst>
            <pc:docMk/>
            <pc:sldMk cId="3970020448" sldId="256"/>
            <ac:spMk id="5129" creationId="{0671A8AE-40A1-4631-A6B8-581AFF065482}"/>
          </ac:spMkLst>
        </pc:spChg>
        <pc:spChg chg="add">
          <ac:chgData name="Laura Dean (staff)" userId="d8747312-ac52-4b4d-9ae4-1e15c3e0516b" providerId="ADAL" clId="{0A5FCBA3-0436-57F2-9A98-325546E6318B}" dt="2025-09-16T11:24:48.639" v="1985" actId="26606"/>
          <ac:spMkLst>
            <pc:docMk/>
            <pc:sldMk cId="3970020448" sldId="256"/>
            <ac:spMk id="5131" creationId="{AB58EF07-17C2-48CF-ABB0-EEF1F17CB8F0}"/>
          </ac:spMkLst>
        </pc:spChg>
        <pc:spChg chg="add">
          <ac:chgData name="Laura Dean (staff)" userId="d8747312-ac52-4b4d-9ae4-1e15c3e0516b" providerId="ADAL" clId="{0A5FCBA3-0436-57F2-9A98-325546E6318B}" dt="2025-09-16T11:24:48.639" v="1985" actId="26606"/>
          <ac:spMkLst>
            <pc:docMk/>
            <pc:sldMk cId="3970020448" sldId="256"/>
            <ac:spMk id="5133" creationId="{AF2F604E-43BE-4DC3-B983-E071523364F8}"/>
          </ac:spMkLst>
        </pc:spChg>
        <pc:spChg chg="add">
          <ac:chgData name="Laura Dean (staff)" userId="d8747312-ac52-4b4d-9ae4-1e15c3e0516b" providerId="ADAL" clId="{0A5FCBA3-0436-57F2-9A98-325546E6318B}" dt="2025-09-16T11:24:48.639" v="1985" actId="26606"/>
          <ac:spMkLst>
            <pc:docMk/>
            <pc:sldMk cId="3970020448" sldId="256"/>
            <ac:spMk id="5135" creationId="{08C9B587-E65E-4B52-B37C-ABEBB6E87928}"/>
          </ac:spMkLst>
        </pc:spChg>
        <pc:picChg chg="mod ord">
          <ac:chgData name="Laura Dean (staff)" userId="d8747312-ac52-4b4d-9ae4-1e15c3e0516b" providerId="ADAL" clId="{0A5FCBA3-0436-57F2-9A98-325546E6318B}" dt="2025-09-16T11:24:48.639" v="1985" actId="26606"/>
          <ac:picMkLst>
            <pc:docMk/>
            <pc:sldMk cId="3970020448" sldId="256"/>
            <ac:picMk id="5124" creationId="{C0E446BF-EC68-B7C9-80C2-E92547646B49}"/>
          </ac:picMkLst>
        </pc:picChg>
      </pc:sldChg>
      <pc:sldChg chg="add del">
        <pc:chgData name="Laura Dean (staff)" userId="d8747312-ac52-4b4d-9ae4-1e15c3e0516b" providerId="ADAL" clId="{0A5FCBA3-0436-57F2-9A98-325546E6318B}" dt="2025-09-19T14:35:53.873" v="5010" actId="2696"/>
        <pc:sldMkLst>
          <pc:docMk/>
          <pc:sldMk cId="942524464" sldId="257"/>
        </pc:sldMkLst>
      </pc:sldChg>
      <pc:sldChg chg="add del">
        <pc:chgData name="Laura Dean (staff)" userId="d8747312-ac52-4b4d-9ae4-1e15c3e0516b" providerId="ADAL" clId="{0A5FCBA3-0436-57F2-9A98-325546E6318B}" dt="2025-09-19T14:35:55.086" v="5012" actId="2696"/>
        <pc:sldMkLst>
          <pc:docMk/>
          <pc:sldMk cId="1465555569" sldId="258"/>
        </pc:sldMkLst>
      </pc:sldChg>
      <pc:sldChg chg="del">
        <pc:chgData name="Laura Dean (staff)" userId="d8747312-ac52-4b4d-9ae4-1e15c3e0516b" providerId="ADAL" clId="{0A5FCBA3-0436-57F2-9A98-325546E6318B}" dt="2025-09-19T14:34:33.326" v="4963" actId="2696"/>
        <pc:sldMkLst>
          <pc:docMk/>
          <pc:sldMk cId="1708680250" sldId="260"/>
        </pc:sldMkLst>
      </pc:sldChg>
      <pc:sldChg chg="add del">
        <pc:chgData name="Laura Dean (staff)" userId="d8747312-ac52-4b4d-9ae4-1e15c3e0516b" providerId="ADAL" clId="{0A5FCBA3-0436-57F2-9A98-325546E6318B}" dt="2025-09-19T14:36:04.202" v="5015" actId="2696"/>
        <pc:sldMkLst>
          <pc:docMk/>
          <pc:sldMk cId="3823243654" sldId="261"/>
        </pc:sldMkLst>
      </pc:sldChg>
      <pc:sldChg chg="del">
        <pc:chgData name="Laura Dean (staff)" userId="d8747312-ac52-4b4d-9ae4-1e15c3e0516b" providerId="ADAL" clId="{0A5FCBA3-0436-57F2-9A98-325546E6318B}" dt="2025-09-19T13:36:51.612" v="2750" actId="2696"/>
        <pc:sldMkLst>
          <pc:docMk/>
          <pc:sldMk cId="327526663" sldId="262"/>
        </pc:sldMkLst>
      </pc:sldChg>
      <pc:sldChg chg="del">
        <pc:chgData name="Laura Dean (staff)" userId="d8747312-ac52-4b4d-9ae4-1e15c3e0516b" providerId="ADAL" clId="{0A5FCBA3-0436-57F2-9A98-325546E6318B}" dt="2025-09-19T13:36:47.806" v="2749" actId="2696"/>
        <pc:sldMkLst>
          <pc:docMk/>
          <pc:sldMk cId="1733648655" sldId="263"/>
        </pc:sldMkLst>
      </pc:sldChg>
      <pc:sldChg chg="del">
        <pc:chgData name="Laura Dean (staff)" userId="d8747312-ac52-4b4d-9ae4-1e15c3e0516b" providerId="ADAL" clId="{0A5FCBA3-0436-57F2-9A98-325546E6318B}" dt="2025-09-19T13:36:43.259" v="2745" actId="2696"/>
        <pc:sldMkLst>
          <pc:docMk/>
          <pc:sldMk cId="3632703900" sldId="264"/>
        </pc:sldMkLst>
      </pc:sldChg>
      <pc:sldChg chg="del">
        <pc:chgData name="Laura Dean (staff)" userId="d8747312-ac52-4b4d-9ae4-1e15c3e0516b" providerId="ADAL" clId="{0A5FCBA3-0436-57F2-9A98-325546E6318B}" dt="2025-09-19T13:36:38.624" v="2743" actId="2696"/>
        <pc:sldMkLst>
          <pc:docMk/>
          <pc:sldMk cId="2343221612" sldId="265"/>
        </pc:sldMkLst>
      </pc:sldChg>
      <pc:sldChg chg="addSp delSp modSp mod modNotesTx">
        <pc:chgData name="Laura Dean (staff)" userId="d8747312-ac52-4b4d-9ae4-1e15c3e0516b" providerId="ADAL" clId="{0A5FCBA3-0436-57F2-9A98-325546E6318B}" dt="2025-09-24T11:23:14.270" v="5986"/>
        <pc:sldMkLst>
          <pc:docMk/>
          <pc:sldMk cId="503866127" sldId="266"/>
        </pc:sldMkLst>
        <pc:picChg chg="add">
          <ac:chgData name="Laura Dean (staff)" userId="d8747312-ac52-4b4d-9ae4-1e15c3e0516b" providerId="ADAL" clId="{0A5FCBA3-0436-57F2-9A98-325546E6318B}" dt="2025-09-24T11:23:14.270" v="5986"/>
          <ac:picMkLst>
            <pc:docMk/>
            <pc:sldMk cId="503866127" sldId="266"/>
            <ac:picMk id="3074" creationId="{84F24D9E-EC06-0255-DB80-4DF497DAA494}"/>
          </ac:picMkLst>
        </pc:picChg>
      </pc:sldChg>
      <pc:sldChg chg="add del">
        <pc:chgData name="Laura Dean (staff)" userId="d8747312-ac52-4b4d-9ae4-1e15c3e0516b" providerId="ADAL" clId="{0A5FCBA3-0436-57F2-9A98-325546E6318B}" dt="2025-09-19T14:36:03.935" v="5014" actId="2696"/>
        <pc:sldMkLst>
          <pc:docMk/>
          <pc:sldMk cId="2972566723" sldId="275"/>
        </pc:sldMkLst>
      </pc:sldChg>
      <pc:sldChg chg="del">
        <pc:chgData name="Laura Dean (staff)" userId="d8747312-ac52-4b4d-9ae4-1e15c3e0516b" providerId="ADAL" clId="{0A5FCBA3-0436-57F2-9A98-325546E6318B}" dt="2025-09-19T14:36:03.633" v="5013" actId="2696"/>
        <pc:sldMkLst>
          <pc:docMk/>
          <pc:sldMk cId="4122460203" sldId="277"/>
        </pc:sldMkLst>
      </pc:sldChg>
      <pc:sldChg chg="addSp delSp modSp mod modNotesTx">
        <pc:chgData name="Laura Dean (staff)" userId="d8747312-ac52-4b4d-9ae4-1e15c3e0516b" providerId="ADAL" clId="{0A5FCBA3-0436-57F2-9A98-325546E6318B}" dt="2025-09-24T12:09:48.015" v="7707" actId="1076"/>
        <pc:sldMkLst>
          <pc:docMk/>
          <pc:sldMk cId="3749462337" sldId="278"/>
        </pc:sldMkLst>
        <pc:spChg chg="mod">
          <ac:chgData name="Laura Dean (staff)" userId="d8747312-ac52-4b4d-9ae4-1e15c3e0516b" providerId="ADAL" clId="{0A5FCBA3-0436-57F2-9A98-325546E6318B}" dt="2025-09-24T12:00:02.669" v="7305" actId="20577"/>
          <ac:spMkLst>
            <pc:docMk/>
            <pc:sldMk cId="3749462337" sldId="278"/>
            <ac:spMk id="2" creationId="{25B0127F-D89A-0339-C16D-0D354F5CBCBF}"/>
          </ac:spMkLst>
        </pc:spChg>
        <pc:spChg chg="add mod">
          <ac:chgData name="Laura Dean (staff)" userId="d8747312-ac52-4b4d-9ae4-1e15c3e0516b" providerId="ADAL" clId="{0A5FCBA3-0436-57F2-9A98-325546E6318B}" dt="2025-09-24T12:05:33.630" v="7704" actId="20577"/>
          <ac:spMkLst>
            <pc:docMk/>
            <pc:sldMk cId="3749462337" sldId="278"/>
            <ac:spMk id="3" creationId="{88131DB6-515C-B70B-6CC4-0EE5A522454B}"/>
          </ac:spMkLst>
        </pc:spChg>
        <pc:picChg chg="mod">
          <ac:chgData name="Laura Dean (staff)" userId="d8747312-ac52-4b4d-9ae4-1e15c3e0516b" providerId="ADAL" clId="{0A5FCBA3-0436-57F2-9A98-325546E6318B}" dt="2025-09-24T11:54:35.040" v="7014" actId="1076"/>
          <ac:picMkLst>
            <pc:docMk/>
            <pc:sldMk cId="3749462337" sldId="278"/>
            <ac:picMk id="4" creationId="{6B2BE43A-9FED-F9D4-9729-764102DD9D00}"/>
          </ac:picMkLst>
        </pc:picChg>
        <pc:picChg chg="mod">
          <ac:chgData name="Laura Dean (staff)" userId="d8747312-ac52-4b4d-9ae4-1e15c3e0516b" providerId="ADAL" clId="{0A5FCBA3-0436-57F2-9A98-325546E6318B}" dt="2025-09-24T11:54:32.491" v="7013" actId="1076"/>
          <ac:picMkLst>
            <pc:docMk/>
            <pc:sldMk cId="3749462337" sldId="278"/>
            <ac:picMk id="7" creationId="{7816396C-915C-6633-E181-3E16F88C24B6}"/>
          </ac:picMkLst>
        </pc:picChg>
        <pc:picChg chg="add mod">
          <ac:chgData name="Laura Dean (staff)" userId="d8747312-ac52-4b4d-9ae4-1e15c3e0516b" providerId="ADAL" clId="{0A5FCBA3-0436-57F2-9A98-325546E6318B}" dt="2025-09-24T12:09:48.015" v="7707" actId="1076"/>
          <ac:picMkLst>
            <pc:docMk/>
            <pc:sldMk cId="3749462337" sldId="278"/>
            <ac:picMk id="4098" creationId="{B8356295-39BB-43C0-4857-EACDCFBC59FE}"/>
          </ac:picMkLst>
        </pc:picChg>
      </pc:sldChg>
      <pc:sldChg chg="addSp delSp modSp mod">
        <pc:chgData name="Laura Dean (staff)" userId="d8747312-ac52-4b4d-9ae4-1e15c3e0516b" providerId="ADAL" clId="{0A5FCBA3-0436-57F2-9A98-325546E6318B}" dt="2025-09-29T11:37:10.892" v="8410" actId="1076"/>
        <pc:sldMkLst>
          <pc:docMk/>
          <pc:sldMk cId="1427272894" sldId="279"/>
        </pc:sldMkLst>
        <pc:spChg chg="mod">
          <ac:chgData name="Laura Dean (staff)" userId="d8747312-ac52-4b4d-9ae4-1e15c3e0516b" providerId="ADAL" clId="{0A5FCBA3-0436-57F2-9A98-325546E6318B}" dt="2025-09-29T11:31:47.387" v="8135" actId="20577"/>
          <ac:spMkLst>
            <pc:docMk/>
            <pc:sldMk cId="1427272894" sldId="279"/>
            <ac:spMk id="2" creationId="{484A9012-BE9D-978E-C7B0-FB80B717336A}"/>
          </ac:spMkLst>
        </pc:spChg>
        <pc:spChg chg="del mod">
          <ac:chgData name="Laura Dean (staff)" userId="d8747312-ac52-4b4d-9ae4-1e15c3e0516b" providerId="ADAL" clId="{0A5FCBA3-0436-57F2-9A98-325546E6318B}" dt="2025-09-29T11:32:30.075" v="8273" actId="478"/>
          <ac:spMkLst>
            <pc:docMk/>
            <pc:sldMk cId="1427272894" sldId="279"/>
            <ac:spMk id="3" creationId="{C0B3EDDD-DDDC-1898-FF9F-814655209315}"/>
          </ac:spMkLst>
        </pc:spChg>
        <pc:spChg chg="del mod">
          <ac:chgData name="Laura Dean (staff)" userId="d8747312-ac52-4b4d-9ae4-1e15c3e0516b" providerId="ADAL" clId="{0A5FCBA3-0436-57F2-9A98-325546E6318B}" dt="2025-09-29T11:32:27.510" v="8271" actId="478"/>
          <ac:spMkLst>
            <pc:docMk/>
            <pc:sldMk cId="1427272894" sldId="279"/>
            <ac:spMk id="5" creationId="{CA84820D-7340-D58E-DF65-C40FA8AA408A}"/>
          </ac:spMkLst>
        </pc:spChg>
        <pc:spChg chg="mod">
          <ac:chgData name="Laura Dean (staff)" userId="d8747312-ac52-4b4d-9ae4-1e15c3e0516b" providerId="ADAL" clId="{0A5FCBA3-0436-57F2-9A98-325546E6318B}" dt="2025-09-29T11:37:10.892" v="8410" actId="1076"/>
          <ac:spMkLst>
            <pc:docMk/>
            <pc:sldMk cId="1427272894" sldId="279"/>
            <ac:spMk id="6" creationId="{10842EBC-B494-B317-451B-26A2D0C611A8}"/>
          </ac:spMkLst>
        </pc:spChg>
        <pc:spChg chg="add mod">
          <ac:chgData name="Laura Dean (staff)" userId="d8747312-ac52-4b4d-9ae4-1e15c3e0516b" providerId="ADAL" clId="{0A5FCBA3-0436-57F2-9A98-325546E6318B}" dt="2025-09-29T11:36:34.353" v="8403" actId="1076"/>
          <ac:spMkLst>
            <pc:docMk/>
            <pc:sldMk cId="1427272894" sldId="279"/>
            <ac:spMk id="8" creationId="{6BF698C0-A4DA-5B11-A7C5-E43A2E7CD639}"/>
          </ac:spMkLst>
        </pc:spChg>
        <pc:spChg chg="del mod">
          <ac:chgData name="Laura Dean (staff)" userId="d8747312-ac52-4b4d-9ae4-1e15c3e0516b" providerId="ADAL" clId="{0A5FCBA3-0436-57F2-9A98-325546E6318B}" dt="2025-09-29T11:32:28.842" v="8272" actId="478"/>
          <ac:spMkLst>
            <pc:docMk/>
            <pc:sldMk cId="1427272894" sldId="279"/>
            <ac:spMk id="9" creationId="{A0E05A72-918D-E4D4-E374-3191861B38AD}"/>
          </ac:spMkLst>
        </pc:spChg>
        <pc:picChg chg="add mod">
          <ac:chgData name="Laura Dean (staff)" userId="d8747312-ac52-4b4d-9ae4-1e15c3e0516b" providerId="ADAL" clId="{0A5FCBA3-0436-57F2-9A98-325546E6318B}" dt="2025-09-29T11:36:19.335" v="8388" actId="1076"/>
          <ac:picMkLst>
            <pc:docMk/>
            <pc:sldMk cId="1427272894" sldId="279"/>
            <ac:picMk id="4" creationId="{B056681A-4D16-30CA-9EBB-68AF5335A551}"/>
          </ac:picMkLst>
        </pc:picChg>
        <pc:picChg chg="mod">
          <ac:chgData name="Laura Dean (staff)" userId="d8747312-ac52-4b4d-9ae4-1e15c3e0516b" providerId="ADAL" clId="{0A5FCBA3-0436-57F2-9A98-325546E6318B}" dt="2025-09-29T11:36:52.252" v="8407" actId="1076"/>
          <ac:picMkLst>
            <pc:docMk/>
            <pc:sldMk cId="1427272894" sldId="279"/>
            <ac:picMk id="1026" creationId="{D0068FE7-B774-ABA2-738D-026E0FA3AA87}"/>
          </ac:picMkLst>
        </pc:picChg>
      </pc:sldChg>
      <pc:sldChg chg="add del">
        <pc:chgData name="Laura Dean (staff)" userId="d8747312-ac52-4b4d-9ae4-1e15c3e0516b" providerId="ADAL" clId="{0A5FCBA3-0436-57F2-9A98-325546E6318B}" dt="2025-09-19T14:36:04.642" v="5016" actId="2696"/>
        <pc:sldMkLst>
          <pc:docMk/>
          <pc:sldMk cId="1842421333" sldId="281"/>
        </pc:sldMkLst>
      </pc:sldChg>
      <pc:sldChg chg="add del">
        <pc:chgData name="Laura Dean (staff)" userId="d8747312-ac52-4b4d-9ae4-1e15c3e0516b" providerId="ADAL" clId="{0A5FCBA3-0436-57F2-9A98-325546E6318B}" dt="2025-09-19T14:36:05.287" v="5018" actId="2696"/>
        <pc:sldMkLst>
          <pc:docMk/>
          <pc:sldMk cId="3807998629" sldId="282"/>
        </pc:sldMkLst>
      </pc:sldChg>
      <pc:sldChg chg="add del">
        <pc:chgData name="Laura Dean (staff)" userId="d8747312-ac52-4b4d-9ae4-1e15c3e0516b" providerId="ADAL" clId="{0A5FCBA3-0436-57F2-9A98-325546E6318B}" dt="2025-09-19T14:36:05.523" v="5019" actId="2696"/>
        <pc:sldMkLst>
          <pc:docMk/>
          <pc:sldMk cId="458446712" sldId="283"/>
        </pc:sldMkLst>
      </pc:sldChg>
      <pc:sldChg chg="add del">
        <pc:chgData name="Laura Dean (staff)" userId="d8747312-ac52-4b4d-9ae4-1e15c3e0516b" providerId="ADAL" clId="{0A5FCBA3-0436-57F2-9A98-325546E6318B}" dt="2025-09-19T14:36:05.740" v="5020" actId="2696"/>
        <pc:sldMkLst>
          <pc:docMk/>
          <pc:sldMk cId="1629404145" sldId="284"/>
        </pc:sldMkLst>
      </pc:sldChg>
      <pc:sldChg chg="add del">
        <pc:chgData name="Laura Dean (staff)" userId="d8747312-ac52-4b4d-9ae4-1e15c3e0516b" providerId="ADAL" clId="{0A5FCBA3-0436-57F2-9A98-325546E6318B}" dt="2025-09-19T14:36:05.954" v="5021" actId="2696"/>
        <pc:sldMkLst>
          <pc:docMk/>
          <pc:sldMk cId="1414401769" sldId="285"/>
        </pc:sldMkLst>
      </pc:sldChg>
      <pc:sldChg chg="add del">
        <pc:chgData name="Laura Dean (staff)" userId="d8747312-ac52-4b4d-9ae4-1e15c3e0516b" providerId="ADAL" clId="{0A5FCBA3-0436-57F2-9A98-325546E6318B}" dt="2025-09-19T14:36:06.180" v="5022" actId="2696"/>
        <pc:sldMkLst>
          <pc:docMk/>
          <pc:sldMk cId="1543063708" sldId="286"/>
        </pc:sldMkLst>
      </pc:sldChg>
      <pc:sldChg chg="add del">
        <pc:chgData name="Laura Dean (staff)" userId="d8747312-ac52-4b4d-9ae4-1e15c3e0516b" providerId="ADAL" clId="{0A5FCBA3-0436-57F2-9A98-325546E6318B}" dt="2025-09-19T14:36:06.412" v="5023" actId="2696"/>
        <pc:sldMkLst>
          <pc:docMk/>
          <pc:sldMk cId="3157480649" sldId="287"/>
        </pc:sldMkLst>
      </pc:sldChg>
      <pc:sldChg chg="add del">
        <pc:chgData name="Laura Dean (staff)" userId="d8747312-ac52-4b4d-9ae4-1e15c3e0516b" providerId="ADAL" clId="{0A5FCBA3-0436-57F2-9A98-325546E6318B}" dt="2025-09-19T14:36:07.056" v="5024" actId="2696"/>
        <pc:sldMkLst>
          <pc:docMk/>
          <pc:sldMk cId="2720519892" sldId="288"/>
        </pc:sldMkLst>
      </pc:sldChg>
      <pc:sldChg chg="add del">
        <pc:chgData name="Laura Dean (staff)" userId="d8747312-ac52-4b4d-9ae4-1e15c3e0516b" providerId="ADAL" clId="{0A5FCBA3-0436-57F2-9A98-325546E6318B}" dt="2025-09-19T14:36:07.245" v="5025" actId="2696"/>
        <pc:sldMkLst>
          <pc:docMk/>
          <pc:sldMk cId="1305032132" sldId="289"/>
        </pc:sldMkLst>
      </pc:sldChg>
      <pc:sldChg chg="add del">
        <pc:chgData name="Laura Dean (staff)" userId="d8747312-ac52-4b4d-9ae4-1e15c3e0516b" providerId="ADAL" clId="{0A5FCBA3-0436-57F2-9A98-325546E6318B}" dt="2025-09-19T14:36:07.474" v="5026" actId="2696"/>
        <pc:sldMkLst>
          <pc:docMk/>
          <pc:sldMk cId="3321215829" sldId="290"/>
        </pc:sldMkLst>
      </pc:sldChg>
      <pc:sldChg chg="add del">
        <pc:chgData name="Laura Dean (staff)" userId="d8747312-ac52-4b4d-9ae4-1e15c3e0516b" providerId="ADAL" clId="{0A5FCBA3-0436-57F2-9A98-325546E6318B}" dt="2025-09-19T14:36:04.897" v="5017" actId="2696"/>
        <pc:sldMkLst>
          <pc:docMk/>
          <pc:sldMk cId="3289255166" sldId="291"/>
        </pc:sldMkLst>
      </pc:sldChg>
      <pc:sldChg chg="add del">
        <pc:chgData name="Laura Dean (staff)" userId="d8747312-ac52-4b4d-9ae4-1e15c3e0516b" providerId="ADAL" clId="{0A5FCBA3-0436-57F2-9A98-325546E6318B}" dt="2025-09-19T14:36:08.076" v="5027" actId="2696"/>
        <pc:sldMkLst>
          <pc:docMk/>
          <pc:sldMk cId="3331288016" sldId="292"/>
        </pc:sldMkLst>
      </pc:sldChg>
      <pc:sldChg chg="add del">
        <pc:chgData name="Laura Dean (staff)" userId="d8747312-ac52-4b4d-9ae4-1e15c3e0516b" providerId="ADAL" clId="{0A5FCBA3-0436-57F2-9A98-325546E6318B}" dt="2025-09-19T14:35:54.423" v="5011" actId="2696"/>
        <pc:sldMkLst>
          <pc:docMk/>
          <pc:sldMk cId="3279650903" sldId="293"/>
        </pc:sldMkLst>
      </pc:sldChg>
      <pc:sldChg chg="del">
        <pc:chgData name="Laura Dean (staff)" userId="d8747312-ac52-4b4d-9ae4-1e15c3e0516b" providerId="ADAL" clId="{0A5FCBA3-0436-57F2-9A98-325546E6318B}" dt="2025-09-19T13:33:51.499" v="2741" actId="2696"/>
        <pc:sldMkLst>
          <pc:docMk/>
          <pc:sldMk cId="1003325176" sldId="294"/>
        </pc:sldMkLst>
      </pc:sldChg>
      <pc:sldChg chg="add del">
        <pc:chgData name="Laura Dean (staff)" userId="d8747312-ac52-4b4d-9ae4-1e15c3e0516b" providerId="ADAL" clId="{0A5FCBA3-0436-57F2-9A98-325546E6318B}" dt="2025-09-19T14:35:46.231" v="5009" actId="2696"/>
        <pc:sldMkLst>
          <pc:docMk/>
          <pc:sldMk cId="2404887283" sldId="295"/>
        </pc:sldMkLst>
      </pc:sldChg>
      <pc:sldChg chg="del">
        <pc:chgData name="Laura Dean (staff)" userId="d8747312-ac52-4b4d-9ae4-1e15c3e0516b" providerId="ADAL" clId="{0A5FCBA3-0436-57F2-9A98-325546E6318B}" dt="2025-09-19T14:34:40.574" v="4964" actId="2696"/>
        <pc:sldMkLst>
          <pc:docMk/>
          <pc:sldMk cId="898019762" sldId="296"/>
        </pc:sldMkLst>
      </pc:sldChg>
      <pc:sldChg chg="add del">
        <pc:chgData name="Laura Dean (staff)" userId="d8747312-ac52-4b4d-9ae4-1e15c3e0516b" providerId="ADAL" clId="{0A5FCBA3-0436-57F2-9A98-325546E6318B}" dt="2025-09-29T11:40:42.938" v="8496" actId="2696"/>
        <pc:sldMkLst>
          <pc:docMk/>
          <pc:sldMk cId="1963724393" sldId="297"/>
        </pc:sldMkLst>
      </pc:sldChg>
      <pc:sldChg chg="modSp add del mod ord">
        <pc:chgData name="Laura Dean (staff)" userId="d8747312-ac52-4b4d-9ae4-1e15c3e0516b" providerId="ADAL" clId="{0A5FCBA3-0436-57F2-9A98-325546E6318B}" dt="2025-09-29T11:42:31.717" v="8504" actId="1076"/>
        <pc:sldMkLst>
          <pc:docMk/>
          <pc:sldMk cId="1315722957" sldId="298"/>
        </pc:sldMkLst>
        <pc:spChg chg="mod">
          <ac:chgData name="Laura Dean (staff)" userId="d8747312-ac52-4b4d-9ae4-1e15c3e0516b" providerId="ADAL" clId="{0A5FCBA3-0436-57F2-9A98-325546E6318B}" dt="2025-09-29T11:41:47.580" v="8502" actId="20577"/>
          <ac:spMkLst>
            <pc:docMk/>
            <pc:sldMk cId="1315722957" sldId="298"/>
            <ac:spMk id="5" creationId="{67F6267F-AC46-9087-9F2E-91E495B29F8B}"/>
          </ac:spMkLst>
        </pc:spChg>
        <pc:picChg chg="mod">
          <ac:chgData name="Laura Dean (staff)" userId="d8747312-ac52-4b4d-9ae4-1e15c3e0516b" providerId="ADAL" clId="{0A5FCBA3-0436-57F2-9A98-325546E6318B}" dt="2025-09-29T11:42:31.717" v="8504" actId="1076"/>
          <ac:picMkLst>
            <pc:docMk/>
            <pc:sldMk cId="1315722957" sldId="298"/>
            <ac:picMk id="6" creationId="{F3DEFB32-8A10-7B68-CDBE-92A2CE591711}"/>
          </ac:picMkLst>
        </pc:picChg>
      </pc:sldChg>
      <pc:sldChg chg="modSp mod ord">
        <pc:chgData name="Laura Dean (staff)" userId="d8747312-ac52-4b4d-9ae4-1e15c3e0516b" providerId="ADAL" clId="{0A5FCBA3-0436-57F2-9A98-325546E6318B}" dt="2025-09-22T10:15:46.712" v="5649" actId="113"/>
        <pc:sldMkLst>
          <pc:docMk/>
          <pc:sldMk cId="2187301221" sldId="299"/>
        </pc:sldMkLst>
        <pc:spChg chg="mod">
          <ac:chgData name="Laura Dean (staff)" userId="d8747312-ac52-4b4d-9ae4-1e15c3e0516b" providerId="ADAL" clId="{0A5FCBA3-0436-57F2-9A98-325546E6318B}" dt="2025-09-22T10:15:46.712" v="5649" actId="113"/>
          <ac:spMkLst>
            <pc:docMk/>
            <pc:sldMk cId="2187301221" sldId="299"/>
            <ac:spMk id="5" creationId="{35A51E26-6349-1966-C60E-67FAEAC83F2A}"/>
          </ac:spMkLst>
        </pc:spChg>
      </pc:sldChg>
      <pc:sldChg chg="modSp mod ord">
        <pc:chgData name="Laura Dean (staff)" userId="d8747312-ac52-4b4d-9ae4-1e15c3e0516b" providerId="ADAL" clId="{0A5FCBA3-0436-57F2-9A98-325546E6318B}" dt="2025-09-24T11:20:00.970" v="5940" actId="20577"/>
        <pc:sldMkLst>
          <pc:docMk/>
          <pc:sldMk cId="788512635" sldId="301"/>
        </pc:sldMkLst>
        <pc:spChg chg="mod">
          <ac:chgData name="Laura Dean (staff)" userId="d8747312-ac52-4b4d-9ae4-1e15c3e0516b" providerId="ADAL" clId="{0A5FCBA3-0436-57F2-9A98-325546E6318B}" dt="2025-09-22T10:16:11.444" v="5654" actId="1076"/>
          <ac:spMkLst>
            <pc:docMk/>
            <pc:sldMk cId="788512635" sldId="301"/>
            <ac:spMk id="5" creationId="{F820866B-F066-8714-B1C7-98C44C804A4A}"/>
          </ac:spMkLst>
        </pc:spChg>
        <pc:spChg chg="mod">
          <ac:chgData name="Laura Dean (staff)" userId="d8747312-ac52-4b4d-9ae4-1e15c3e0516b" providerId="ADAL" clId="{0A5FCBA3-0436-57F2-9A98-325546E6318B}" dt="2025-09-24T11:20:00.970" v="5940" actId="20577"/>
          <ac:spMkLst>
            <pc:docMk/>
            <pc:sldMk cId="788512635" sldId="301"/>
            <ac:spMk id="8" creationId="{8F2027BA-9C66-4E6A-7890-45DF40AAD349}"/>
          </ac:spMkLst>
        </pc:spChg>
        <pc:picChg chg="mod">
          <ac:chgData name="Laura Dean (staff)" userId="d8747312-ac52-4b4d-9ae4-1e15c3e0516b" providerId="ADAL" clId="{0A5FCBA3-0436-57F2-9A98-325546E6318B}" dt="2025-09-22T10:16:13.542" v="5655" actId="1076"/>
          <ac:picMkLst>
            <pc:docMk/>
            <pc:sldMk cId="788512635" sldId="301"/>
            <ac:picMk id="4098" creationId="{3ADA0F42-4359-17DF-E5C5-DC94145FF5C8}"/>
          </ac:picMkLst>
        </pc:picChg>
      </pc:sldChg>
      <pc:sldChg chg="del">
        <pc:chgData name="Laura Dean (staff)" userId="d8747312-ac52-4b4d-9ae4-1e15c3e0516b" providerId="ADAL" clId="{0A5FCBA3-0436-57F2-9A98-325546E6318B}" dt="2025-09-19T13:36:38.622" v="2742" actId="2696"/>
        <pc:sldMkLst>
          <pc:docMk/>
          <pc:sldMk cId="2181441522" sldId="302"/>
        </pc:sldMkLst>
      </pc:sldChg>
      <pc:sldChg chg="add del">
        <pc:chgData name="Laura Dean (staff)" userId="d8747312-ac52-4b4d-9ae4-1e15c3e0516b" providerId="ADAL" clId="{0A5FCBA3-0436-57F2-9A98-325546E6318B}" dt="2025-09-19T14:36:09.473" v="5028" actId="2696"/>
        <pc:sldMkLst>
          <pc:docMk/>
          <pc:sldMk cId="1090802671" sldId="303"/>
        </pc:sldMkLst>
      </pc:sldChg>
      <pc:sldChg chg="del">
        <pc:chgData name="Laura Dean (staff)" userId="d8747312-ac52-4b4d-9ae4-1e15c3e0516b" providerId="ADAL" clId="{0A5FCBA3-0436-57F2-9A98-325546E6318B}" dt="2025-09-19T14:34:31.815" v="4962" actId="2696"/>
        <pc:sldMkLst>
          <pc:docMk/>
          <pc:sldMk cId="2879914958" sldId="304"/>
        </pc:sldMkLst>
      </pc:sldChg>
      <pc:sldChg chg="del">
        <pc:chgData name="Laura Dean (staff)" userId="d8747312-ac52-4b4d-9ae4-1e15c3e0516b" providerId="ADAL" clId="{0A5FCBA3-0436-57F2-9A98-325546E6318B}" dt="2025-09-19T13:36:47.803" v="2747" actId="2696"/>
        <pc:sldMkLst>
          <pc:docMk/>
          <pc:sldMk cId="1126946785" sldId="305"/>
        </pc:sldMkLst>
      </pc:sldChg>
      <pc:sldChg chg="del">
        <pc:chgData name="Laura Dean (staff)" userId="d8747312-ac52-4b4d-9ae4-1e15c3e0516b" providerId="ADAL" clId="{0A5FCBA3-0436-57F2-9A98-325546E6318B}" dt="2025-09-19T13:36:43.260" v="2746" actId="2696"/>
        <pc:sldMkLst>
          <pc:docMk/>
          <pc:sldMk cId="1739739193" sldId="306"/>
        </pc:sldMkLst>
      </pc:sldChg>
      <pc:sldChg chg="del">
        <pc:chgData name="Laura Dean (staff)" userId="d8747312-ac52-4b4d-9ae4-1e15c3e0516b" providerId="ADAL" clId="{0A5FCBA3-0436-57F2-9A98-325546E6318B}" dt="2025-09-19T13:36:43.256" v="2744" actId="2696"/>
        <pc:sldMkLst>
          <pc:docMk/>
          <pc:sldMk cId="2821958742" sldId="307"/>
        </pc:sldMkLst>
      </pc:sldChg>
      <pc:sldChg chg="modSp mod">
        <pc:chgData name="Laura Dean (staff)" userId="d8747312-ac52-4b4d-9ae4-1e15c3e0516b" providerId="ADAL" clId="{0A5FCBA3-0436-57F2-9A98-325546E6318B}" dt="2025-09-29T11:52:35.927" v="8521" actId="20577"/>
        <pc:sldMkLst>
          <pc:docMk/>
          <pc:sldMk cId="1839439955" sldId="309"/>
        </pc:sldMkLst>
        <pc:spChg chg="mod">
          <ac:chgData name="Laura Dean (staff)" userId="d8747312-ac52-4b4d-9ae4-1e15c3e0516b" providerId="ADAL" clId="{0A5FCBA3-0436-57F2-9A98-325546E6318B}" dt="2025-09-29T11:52:35.927" v="8521" actId="20577"/>
          <ac:spMkLst>
            <pc:docMk/>
            <pc:sldMk cId="1839439955" sldId="309"/>
            <ac:spMk id="5" creationId="{E529853A-E964-7B9A-D5BC-B3B7075AC096}"/>
          </ac:spMkLst>
        </pc:spChg>
      </pc:sldChg>
      <pc:sldChg chg="del">
        <pc:chgData name="Laura Dean (staff)" userId="d8747312-ac52-4b4d-9ae4-1e15c3e0516b" providerId="ADAL" clId="{0A5FCBA3-0436-57F2-9A98-325546E6318B}" dt="2025-09-19T13:36:51.615" v="2751" actId="2696"/>
        <pc:sldMkLst>
          <pc:docMk/>
          <pc:sldMk cId="4061846520" sldId="310"/>
        </pc:sldMkLst>
      </pc:sldChg>
      <pc:sldChg chg="del">
        <pc:chgData name="Laura Dean (staff)" userId="d8747312-ac52-4b4d-9ae4-1e15c3e0516b" providerId="ADAL" clId="{0A5FCBA3-0436-57F2-9A98-325546E6318B}" dt="2025-09-18T10:53:47.179" v="2740" actId="2696"/>
        <pc:sldMkLst>
          <pc:docMk/>
          <pc:sldMk cId="2061030718" sldId="311"/>
        </pc:sldMkLst>
      </pc:sldChg>
      <pc:sldChg chg="del">
        <pc:chgData name="Laura Dean (staff)" userId="d8747312-ac52-4b4d-9ae4-1e15c3e0516b" providerId="ADAL" clId="{0A5FCBA3-0436-57F2-9A98-325546E6318B}" dt="2025-09-19T13:36:47.805" v="2748" actId="2696"/>
        <pc:sldMkLst>
          <pc:docMk/>
          <pc:sldMk cId="1114134196" sldId="312"/>
        </pc:sldMkLst>
      </pc:sldChg>
      <pc:sldChg chg="addSp delSp modSp add mod modNotesTx">
        <pc:chgData name="Laura Dean (staff)" userId="d8747312-ac52-4b4d-9ae4-1e15c3e0516b" providerId="ADAL" clId="{0A5FCBA3-0436-57F2-9A98-325546E6318B}" dt="2025-09-29T11:26:58.421" v="7924" actId="20577"/>
        <pc:sldMkLst>
          <pc:docMk/>
          <pc:sldMk cId="3640510485" sldId="313"/>
        </pc:sldMkLst>
        <pc:spChg chg="mod">
          <ac:chgData name="Laura Dean (staff)" userId="d8747312-ac52-4b4d-9ae4-1e15c3e0516b" providerId="ADAL" clId="{0A5FCBA3-0436-57F2-9A98-325546E6318B}" dt="2025-09-24T11:53:37.218" v="6993" actId="20577"/>
          <ac:spMkLst>
            <pc:docMk/>
            <pc:sldMk cId="3640510485" sldId="313"/>
            <ac:spMk id="2" creationId="{43EBA257-5ECD-CC98-20EB-8AE00D9F13B0}"/>
          </ac:spMkLst>
        </pc:spChg>
        <pc:spChg chg="mod">
          <ac:chgData name="Laura Dean (staff)" userId="d8747312-ac52-4b4d-9ae4-1e15c3e0516b" providerId="ADAL" clId="{0A5FCBA3-0436-57F2-9A98-325546E6318B}" dt="2025-09-22T10:35:10.546" v="5688" actId="1037"/>
          <ac:spMkLst>
            <pc:docMk/>
            <pc:sldMk cId="3640510485" sldId="313"/>
            <ac:spMk id="5" creationId="{CA557741-4338-4E0E-6F5A-A368999CE262}"/>
          </ac:spMkLst>
        </pc:spChg>
        <pc:spChg chg="add mod">
          <ac:chgData name="Laura Dean (staff)" userId="d8747312-ac52-4b4d-9ae4-1e15c3e0516b" providerId="ADAL" clId="{0A5FCBA3-0436-57F2-9A98-325546E6318B}" dt="2025-09-29T11:26:58.421" v="7924" actId="20577"/>
          <ac:spMkLst>
            <pc:docMk/>
            <pc:sldMk cId="3640510485" sldId="313"/>
            <ac:spMk id="7" creationId="{B36E6A4F-A803-F665-7EA3-58B63AA86C36}"/>
          </ac:spMkLst>
        </pc:spChg>
        <pc:picChg chg="add mod">
          <ac:chgData name="Laura Dean (staff)" userId="d8747312-ac52-4b4d-9ae4-1e15c3e0516b" providerId="ADAL" clId="{0A5FCBA3-0436-57F2-9A98-325546E6318B}" dt="2025-09-19T14:30:16.550" v="4923" actId="1076"/>
          <ac:picMkLst>
            <pc:docMk/>
            <pc:sldMk cId="3640510485" sldId="313"/>
            <ac:picMk id="10" creationId="{4EC058B2-3B31-59A8-E9A9-C4BDCDACA358}"/>
          </ac:picMkLst>
        </pc:picChg>
      </pc:sldChg>
      <pc:sldChg chg="addSp delSp modSp add mod modNotesTx">
        <pc:chgData name="Laura Dean (staff)" userId="d8747312-ac52-4b4d-9ae4-1e15c3e0516b" providerId="ADAL" clId="{0A5FCBA3-0436-57F2-9A98-325546E6318B}" dt="2025-09-24T11:38:10.521" v="6960" actId="20577"/>
        <pc:sldMkLst>
          <pc:docMk/>
          <pc:sldMk cId="1352418762" sldId="314"/>
        </pc:sldMkLst>
        <pc:spChg chg="mod">
          <ac:chgData name="Laura Dean (staff)" userId="d8747312-ac52-4b4d-9ae4-1e15c3e0516b" providerId="ADAL" clId="{0A5FCBA3-0436-57F2-9A98-325546E6318B}" dt="2025-09-16T11:28:59.260" v="2069" actId="1076"/>
          <ac:spMkLst>
            <pc:docMk/>
            <pc:sldMk cId="1352418762" sldId="314"/>
            <ac:spMk id="2" creationId="{0BFD9CD2-601A-201F-660F-D60D38E26B81}"/>
          </ac:spMkLst>
        </pc:spChg>
        <pc:spChg chg="add mod">
          <ac:chgData name="Laura Dean (staff)" userId="d8747312-ac52-4b4d-9ae4-1e15c3e0516b" providerId="ADAL" clId="{0A5FCBA3-0436-57F2-9A98-325546E6318B}" dt="2025-09-19T14:09:15.319" v="3736" actId="1076"/>
          <ac:spMkLst>
            <pc:docMk/>
            <pc:sldMk cId="1352418762" sldId="314"/>
            <ac:spMk id="3" creationId="{FE10DC03-D301-C619-3952-09977E06A024}"/>
          </ac:spMkLst>
        </pc:spChg>
        <pc:spChg chg="mod">
          <ac:chgData name="Laura Dean (staff)" userId="d8747312-ac52-4b4d-9ae4-1e15c3e0516b" providerId="ADAL" clId="{0A5FCBA3-0436-57F2-9A98-325546E6318B}" dt="2025-09-24T11:38:10.521" v="6960" actId="20577"/>
          <ac:spMkLst>
            <pc:docMk/>
            <pc:sldMk cId="1352418762" sldId="314"/>
            <ac:spMk id="5" creationId="{DCAD74FA-6920-AA88-587A-E1D276CFD69C}"/>
          </ac:spMkLst>
        </pc:spChg>
        <pc:picChg chg="add mod">
          <ac:chgData name="Laura Dean (staff)" userId="d8747312-ac52-4b4d-9ae4-1e15c3e0516b" providerId="ADAL" clId="{0A5FCBA3-0436-57F2-9A98-325546E6318B}" dt="2025-09-19T14:09:22.158" v="3739" actId="1076"/>
          <ac:picMkLst>
            <pc:docMk/>
            <pc:sldMk cId="1352418762" sldId="314"/>
            <ac:picMk id="1026" creationId="{A6E846AF-710E-B83C-0B19-83BABD068F41}"/>
          </ac:picMkLst>
        </pc:picChg>
      </pc:sldChg>
      <pc:sldChg chg="addSp delSp modSp add mod modNotesTx">
        <pc:chgData name="Laura Dean (staff)" userId="d8747312-ac52-4b4d-9ae4-1e15c3e0516b" providerId="ADAL" clId="{0A5FCBA3-0436-57F2-9A98-325546E6318B}" dt="2025-09-24T11:22:01.057" v="5977" actId="20577"/>
        <pc:sldMkLst>
          <pc:docMk/>
          <pc:sldMk cId="1864223598" sldId="315"/>
        </pc:sldMkLst>
        <pc:spChg chg="mod">
          <ac:chgData name="Laura Dean (staff)" userId="d8747312-ac52-4b4d-9ae4-1e15c3e0516b" providerId="ADAL" clId="{0A5FCBA3-0436-57F2-9A98-325546E6318B}" dt="2025-09-16T11:27:15.053" v="2013" actId="20577"/>
          <ac:spMkLst>
            <pc:docMk/>
            <pc:sldMk cId="1864223598" sldId="315"/>
            <ac:spMk id="4" creationId="{503D9F39-E7E0-39BB-7C1F-E19602F814A8}"/>
          </ac:spMkLst>
        </pc:spChg>
        <pc:picChg chg="add mod modCrop">
          <ac:chgData name="Laura Dean (staff)" userId="d8747312-ac52-4b4d-9ae4-1e15c3e0516b" providerId="ADAL" clId="{0A5FCBA3-0436-57F2-9A98-325546E6318B}" dt="2025-09-16T11:21:58.917" v="1975" actId="1076"/>
          <ac:picMkLst>
            <pc:docMk/>
            <pc:sldMk cId="1864223598" sldId="315"/>
            <ac:picMk id="5" creationId="{46663B25-887D-489D-4EB2-F3CCBBE6A318}"/>
          </ac:picMkLst>
        </pc:picChg>
        <pc:picChg chg="add mod modCrop">
          <ac:chgData name="Laura Dean (staff)" userId="d8747312-ac52-4b4d-9ae4-1e15c3e0516b" providerId="ADAL" clId="{0A5FCBA3-0436-57F2-9A98-325546E6318B}" dt="2025-09-16T11:21:12.972" v="1967" actId="1076"/>
          <ac:picMkLst>
            <pc:docMk/>
            <pc:sldMk cId="1864223598" sldId="315"/>
            <ac:picMk id="6" creationId="{AB7D57CF-6363-4642-736A-0734384B6515}"/>
          </ac:picMkLst>
        </pc:picChg>
        <pc:picChg chg="add mod modCrop">
          <ac:chgData name="Laura Dean (staff)" userId="d8747312-ac52-4b4d-9ae4-1e15c3e0516b" providerId="ADAL" clId="{0A5FCBA3-0436-57F2-9A98-325546E6318B}" dt="2025-09-16T11:22:14.253" v="1979" actId="1076"/>
          <ac:picMkLst>
            <pc:docMk/>
            <pc:sldMk cId="1864223598" sldId="315"/>
            <ac:picMk id="7" creationId="{D42C3644-AD3C-CACE-8333-0BA94F68DE11}"/>
          </ac:picMkLst>
        </pc:picChg>
        <pc:picChg chg="add mod">
          <ac:chgData name="Laura Dean (staff)" userId="d8747312-ac52-4b4d-9ae4-1e15c3e0516b" providerId="ADAL" clId="{0A5FCBA3-0436-57F2-9A98-325546E6318B}" dt="2025-09-16T11:21:50.042" v="1974" actId="1076"/>
          <ac:picMkLst>
            <pc:docMk/>
            <pc:sldMk cId="1864223598" sldId="315"/>
            <ac:picMk id="1026" creationId="{AD2AEEA2-F23B-5A46-D1EA-5C668CA3C502}"/>
          </ac:picMkLst>
        </pc:picChg>
      </pc:sldChg>
      <pc:sldChg chg="addSp delSp modSp add mod modNotesTx">
        <pc:chgData name="Laura Dean (staff)" userId="d8747312-ac52-4b4d-9ae4-1e15c3e0516b" providerId="ADAL" clId="{0A5FCBA3-0436-57F2-9A98-325546E6318B}" dt="2025-09-24T11:22:04.751" v="5978" actId="20577"/>
        <pc:sldMkLst>
          <pc:docMk/>
          <pc:sldMk cId="4241441155" sldId="316"/>
        </pc:sldMkLst>
        <pc:spChg chg="mod">
          <ac:chgData name="Laura Dean (staff)" userId="d8747312-ac52-4b4d-9ae4-1e15c3e0516b" providerId="ADAL" clId="{0A5FCBA3-0436-57F2-9A98-325546E6318B}" dt="2025-09-16T11:11:47.550" v="1088" actId="20577"/>
          <ac:spMkLst>
            <pc:docMk/>
            <pc:sldMk cId="4241441155" sldId="316"/>
            <ac:spMk id="2" creationId="{8270DB92-0097-FCFE-33BD-9A46BE94CE78}"/>
          </ac:spMkLst>
        </pc:spChg>
        <pc:spChg chg="mod">
          <ac:chgData name="Laura Dean (staff)" userId="d8747312-ac52-4b4d-9ae4-1e15c3e0516b" providerId="ADAL" clId="{0A5FCBA3-0436-57F2-9A98-325546E6318B}" dt="2025-09-22T10:17:21.038" v="5657" actId="313"/>
          <ac:spMkLst>
            <pc:docMk/>
            <pc:sldMk cId="4241441155" sldId="316"/>
            <ac:spMk id="4" creationId="{38DAA93F-D8C2-698E-3297-6318D083DE0C}"/>
          </ac:spMkLst>
        </pc:spChg>
        <pc:spChg chg="add mod">
          <ac:chgData name="Laura Dean (staff)" userId="d8747312-ac52-4b4d-9ae4-1e15c3e0516b" providerId="ADAL" clId="{0A5FCBA3-0436-57F2-9A98-325546E6318B}" dt="2025-09-16T11:28:18.231" v="2028" actId="1035"/>
          <ac:spMkLst>
            <pc:docMk/>
            <pc:sldMk cId="4241441155" sldId="316"/>
            <ac:spMk id="10" creationId="{B7A7AA5B-538F-351E-8418-634E69192C34}"/>
          </ac:spMkLst>
        </pc:spChg>
        <pc:picChg chg="add mod">
          <ac:chgData name="Laura Dean (staff)" userId="d8747312-ac52-4b4d-9ae4-1e15c3e0516b" providerId="ADAL" clId="{0A5FCBA3-0436-57F2-9A98-325546E6318B}" dt="2025-09-16T11:19:34.172" v="1841" actId="1076"/>
          <ac:picMkLst>
            <pc:docMk/>
            <pc:sldMk cId="4241441155" sldId="316"/>
            <ac:picMk id="8" creationId="{DA451113-E277-A029-42CA-6603FC1B7984}"/>
          </ac:picMkLst>
        </pc:picChg>
      </pc:sldChg>
      <pc:sldChg chg="addSp delSp modSp add mod modNotesTx">
        <pc:chgData name="Laura Dean (staff)" userId="d8747312-ac52-4b4d-9ae4-1e15c3e0516b" providerId="ADAL" clId="{0A5FCBA3-0436-57F2-9A98-325546E6318B}" dt="2025-09-29T11:27:05.529" v="7926" actId="20577"/>
        <pc:sldMkLst>
          <pc:docMk/>
          <pc:sldMk cId="748979426" sldId="317"/>
        </pc:sldMkLst>
        <pc:spChg chg="mod">
          <ac:chgData name="Laura Dean (staff)" userId="d8747312-ac52-4b4d-9ae4-1e15c3e0516b" providerId="ADAL" clId="{0A5FCBA3-0436-57F2-9A98-325546E6318B}" dt="2025-09-19T14:05:38.319" v="3720" actId="20577"/>
          <ac:spMkLst>
            <pc:docMk/>
            <pc:sldMk cId="748979426" sldId="317"/>
            <ac:spMk id="2" creationId="{7FE68557-33DC-6C46-24B9-82BA54A3F59A}"/>
          </ac:spMkLst>
        </pc:spChg>
        <pc:spChg chg="mod">
          <ac:chgData name="Laura Dean (staff)" userId="d8747312-ac52-4b4d-9ae4-1e15c3e0516b" providerId="ADAL" clId="{0A5FCBA3-0436-57F2-9A98-325546E6318B}" dt="2025-09-29T11:27:05.529" v="7926" actId="20577"/>
          <ac:spMkLst>
            <pc:docMk/>
            <pc:sldMk cId="748979426" sldId="317"/>
            <ac:spMk id="5" creationId="{8799AC9E-779A-500C-BFE8-EE5E1ABCF399}"/>
          </ac:spMkLst>
        </pc:spChg>
        <pc:spChg chg="add mod">
          <ac:chgData name="Laura Dean (staff)" userId="d8747312-ac52-4b4d-9ae4-1e15c3e0516b" providerId="ADAL" clId="{0A5FCBA3-0436-57F2-9A98-325546E6318B}" dt="2025-09-22T10:35:54.707" v="5768" actId="1076"/>
          <ac:spMkLst>
            <pc:docMk/>
            <pc:sldMk cId="748979426" sldId="317"/>
            <ac:spMk id="7" creationId="{813871EA-6236-D5C8-975A-270ECD88341B}"/>
          </ac:spMkLst>
        </pc:spChg>
        <pc:spChg chg="mod">
          <ac:chgData name="Laura Dean (staff)" userId="d8747312-ac52-4b4d-9ae4-1e15c3e0516b" providerId="ADAL" clId="{0A5FCBA3-0436-57F2-9A98-325546E6318B}" dt="2025-09-24T11:51:34.083" v="6962" actId="1076"/>
          <ac:spMkLst>
            <pc:docMk/>
            <pc:sldMk cId="748979426" sldId="317"/>
            <ac:spMk id="10" creationId="{346B03D9-0094-FE22-8815-01AB693EED45}"/>
          </ac:spMkLst>
        </pc:spChg>
        <pc:spChg chg="add mod">
          <ac:chgData name="Laura Dean (staff)" userId="d8747312-ac52-4b4d-9ae4-1e15c3e0516b" providerId="ADAL" clId="{0A5FCBA3-0436-57F2-9A98-325546E6318B}" dt="2025-09-22T10:37:02.067" v="5899" actId="1076"/>
          <ac:spMkLst>
            <pc:docMk/>
            <pc:sldMk cId="748979426" sldId="317"/>
            <ac:spMk id="12" creationId="{00736B49-981E-0BD1-69A2-34763AE32A7E}"/>
          </ac:spMkLst>
        </pc:spChg>
        <pc:spChg chg="mod">
          <ac:chgData name="Laura Dean (staff)" userId="d8747312-ac52-4b4d-9ae4-1e15c3e0516b" providerId="ADAL" clId="{0A5FCBA3-0436-57F2-9A98-325546E6318B}" dt="2025-09-19T14:06:52.597" v="3724" actId="164"/>
          <ac:spMkLst>
            <pc:docMk/>
            <pc:sldMk cId="748979426" sldId="317"/>
            <ac:spMk id="13" creationId="{44C8B359-6A6F-1476-DEDC-2F7864B2DC78}"/>
          </ac:spMkLst>
        </pc:spChg>
        <pc:spChg chg="mod">
          <ac:chgData name="Laura Dean (staff)" userId="d8747312-ac52-4b4d-9ae4-1e15c3e0516b" providerId="ADAL" clId="{0A5FCBA3-0436-57F2-9A98-325546E6318B}" dt="2025-09-19T14:06:52.597" v="3724" actId="164"/>
          <ac:spMkLst>
            <pc:docMk/>
            <pc:sldMk cId="748979426" sldId="317"/>
            <ac:spMk id="18" creationId="{6DE571CC-3B22-FAEF-512E-AB4AC300679B}"/>
          </ac:spMkLst>
        </pc:spChg>
        <pc:spChg chg="add mod">
          <ac:chgData name="Laura Dean (staff)" userId="d8747312-ac52-4b4d-9ae4-1e15c3e0516b" providerId="ADAL" clId="{0A5FCBA3-0436-57F2-9A98-325546E6318B}" dt="2025-09-24T11:51:53.701" v="6980" actId="1076"/>
          <ac:spMkLst>
            <pc:docMk/>
            <pc:sldMk cId="748979426" sldId="317"/>
            <ac:spMk id="19" creationId="{1BE0D48B-0075-AD13-EE49-2128E4F220FB}"/>
          </ac:spMkLst>
        </pc:spChg>
        <pc:spChg chg="mod">
          <ac:chgData name="Laura Dean (staff)" userId="d8747312-ac52-4b4d-9ae4-1e15c3e0516b" providerId="ADAL" clId="{0A5FCBA3-0436-57F2-9A98-325546E6318B}" dt="2025-09-19T14:06:52.597" v="3724" actId="164"/>
          <ac:spMkLst>
            <pc:docMk/>
            <pc:sldMk cId="748979426" sldId="317"/>
            <ac:spMk id="20" creationId="{A2821E2A-9BB1-7F34-982A-14B3A16E0D53}"/>
          </ac:spMkLst>
        </pc:spChg>
        <pc:spChg chg="mod">
          <ac:chgData name="Laura Dean (staff)" userId="d8747312-ac52-4b4d-9ae4-1e15c3e0516b" providerId="ADAL" clId="{0A5FCBA3-0436-57F2-9A98-325546E6318B}" dt="2025-09-19T14:06:52.597" v="3724" actId="164"/>
          <ac:spMkLst>
            <pc:docMk/>
            <pc:sldMk cId="748979426" sldId="317"/>
            <ac:spMk id="21" creationId="{F444D916-45A4-BDCA-2B0F-ABAFB676E403}"/>
          </ac:spMkLst>
        </pc:spChg>
        <pc:spChg chg="mod">
          <ac:chgData name="Laura Dean (staff)" userId="d8747312-ac52-4b4d-9ae4-1e15c3e0516b" providerId="ADAL" clId="{0A5FCBA3-0436-57F2-9A98-325546E6318B}" dt="2025-09-19T14:06:52.597" v="3724" actId="164"/>
          <ac:spMkLst>
            <pc:docMk/>
            <pc:sldMk cId="748979426" sldId="317"/>
            <ac:spMk id="22" creationId="{7B873F36-6242-CAEF-93BC-2A6ACD4D063A}"/>
          </ac:spMkLst>
        </pc:spChg>
        <pc:grpChg chg="add mod">
          <ac:chgData name="Laura Dean (staff)" userId="d8747312-ac52-4b4d-9ae4-1e15c3e0516b" providerId="ADAL" clId="{0A5FCBA3-0436-57F2-9A98-325546E6318B}" dt="2025-09-19T14:12:13.852" v="3859" actId="1036"/>
          <ac:grpSpMkLst>
            <pc:docMk/>
            <pc:sldMk cId="748979426" sldId="317"/>
            <ac:grpSpMk id="4" creationId="{69C2B29D-087F-A5B4-9C04-F182FD223DAB}"/>
          </ac:grpSpMkLst>
        </pc:grpChg>
        <pc:cxnChg chg="mod">
          <ac:chgData name="Laura Dean (staff)" userId="d8747312-ac52-4b4d-9ae4-1e15c3e0516b" providerId="ADAL" clId="{0A5FCBA3-0436-57F2-9A98-325546E6318B}" dt="2025-09-24T11:51:31.592" v="6961" actId="1076"/>
          <ac:cxnSpMkLst>
            <pc:docMk/>
            <pc:sldMk cId="748979426" sldId="317"/>
            <ac:cxnSpMk id="6" creationId="{31FA8270-890B-54CA-D7FB-5DE1B903DE2D}"/>
          </ac:cxnSpMkLst>
        </pc:cxnChg>
        <pc:cxnChg chg="add mod">
          <ac:chgData name="Laura Dean (staff)" userId="d8747312-ac52-4b4d-9ae4-1e15c3e0516b" providerId="ADAL" clId="{0A5FCBA3-0436-57F2-9A98-325546E6318B}" dt="2025-09-22T10:36:03.377" v="5771" actId="14100"/>
          <ac:cxnSpMkLst>
            <pc:docMk/>
            <pc:sldMk cId="748979426" sldId="317"/>
            <ac:cxnSpMk id="8" creationId="{D5E02ACF-2DA4-3BE6-1D6A-E93CAE205BCE}"/>
          </ac:cxnSpMkLst>
        </pc:cxnChg>
        <pc:cxnChg chg="add mod">
          <ac:chgData name="Laura Dean (staff)" userId="d8747312-ac52-4b4d-9ae4-1e15c3e0516b" providerId="ADAL" clId="{0A5FCBA3-0436-57F2-9A98-325546E6318B}" dt="2025-09-22T10:37:10.678" v="5901" actId="1076"/>
          <ac:cxnSpMkLst>
            <pc:docMk/>
            <pc:sldMk cId="748979426" sldId="317"/>
            <ac:cxnSpMk id="14" creationId="{6FD9EED7-CDCD-F018-93D4-7BBC064044DD}"/>
          </ac:cxnSpMkLst>
        </pc:cxnChg>
        <pc:cxnChg chg="add mod">
          <ac:chgData name="Laura Dean (staff)" userId="d8747312-ac52-4b4d-9ae4-1e15c3e0516b" providerId="ADAL" clId="{0A5FCBA3-0436-57F2-9A98-325546E6318B}" dt="2025-09-24T11:51:40.128" v="6965" actId="14100"/>
          <ac:cxnSpMkLst>
            <pc:docMk/>
            <pc:sldMk cId="748979426" sldId="317"/>
            <ac:cxnSpMk id="15" creationId="{C5C1940D-C2BA-484E-6E82-3B294580965E}"/>
          </ac:cxnSpMkLst>
        </pc:cxnChg>
        <pc:cxnChg chg="mod">
          <ac:chgData name="Laura Dean (staff)" userId="d8747312-ac52-4b4d-9ae4-1e15c3e0516b" providerId="ADAL" clId="{0A5FCBA3-0436-57F2-9A98-325546E6318B}" dt="2025-09-19T14:06:52.597" v="3724" actId="164"/>
          <ac:cxnSpMkLst>
            <pc:docMk/>
            <pc:sldMk cId="748979426" sldId="317"/>
            <ac:cxnSpMk id="16" creationId="{42A8FCE2-66B4-0CB0-16A5-21C3CE7A62FA}"/>
          </ac:cxnSpMkLst>
        </pc:cxnChg>
      </pc:sldChg>
      <pc:sldChg chg="addSp delSp modSp add mod modNotesTx">
        <pc:chgData name="Laura Dean (staff)" userId="d8747312-ac52-4b4d-9ae4-1e15c3e0516b" providerId="ADAL" clId="{0A5FCBA3-0436-57F2-9A98-325546E6318B}" dt="2025-09-24T11:22:14.076" v="5980" actId="20577"/>
        <pc:sldMkLst>
          <pc:docMk/>
          <pc:sldMk cId="3280697870" sldId="318"/>
        </pc:sldMkLst>
        <pc:spChg chg="mod">
          <ac:chgData name="Laura Dean (staff)" userId="d8747312-ac52-4b4d-9ae4-1e15c3e0516b" providerId="ADAL" clId="{0A5FCBA3-0436-57F2-9A98-325546E6318B}" dt="2025-09-19T13:59:13.355" v="3437" actId="20577"/>
          <ac:spMkLst>
            <pc:docMk/>
            <pc:sldMk cId="3280697870" sldId="318"/>
            <ac:spMk id="2" creationId="{A791E29B-4B14-A7F9-5347-0DAFBB3DE61C}"/>
          </ac:spMkLst>
        </pc:spChg>
        <pc:spChg chg="mod">
          <ac:chgData name="Laura Dean (staff)" userId="d8747312-ac52-4b4d-9ae4-1e15c3e0516b" providerId="ADAL" clId="{0A5FCBA3-0436-57F2-9A98-325546E6318B}" dt="2025-09-19T14:04:10.055" v="3700" actId="1076"/>
          <ac:spMkLst>
            <pc:docMk/>
            <pc:sldMk cId="3280697870" sldId="318"/>
            <ac:spMk id="3" creationId="{A70F44CD-88A1-9727-2664-08D0CB274EC6}"/>
          </ac:spMkLst>
        </pc:spChg>
        <pc:spChg chg="add mod">
          <ac:chgData name="Laura Dean (staff)" userId="d8747312-ac52-4b4d-9ae4-1e15c3e0516b" providerId="ADAL" clId="{0A5FCBA3-0436-57F2-9A98-325546E6318B}" dt="2025-09-19T14:04:06.320" v="3699" actId="1076"/>
          <ac:spMkLst>
            <pc:docMk/>
            <pc:sldMk cId="3280697870" sldId="318"/>
            <ac:spMk id="15" creationId="{D26BA9F7-87E7-6399-57D0-3FCFCB209A30}"/>
          </ac:spMkLst>
        </pc:spChg>
        <pc:grpChg chg="add mod">
          <ac:chgData name="Laura Dean (staff)" userId="d8747312-ac52-4b4d-9ae4-1e15c3e0516b" providerId="ADAL" clId="{0A5FCBA3-0436-57F2-9A98-325546E6318B}" dt="2025-09-19T14:03:28.461" v="3604" actId="1037"/>
          <ac:grpSpMkLst>
            <pc:docMk/>
            <pc:sldMk cId="3280697870" sldId="318"/>
            <ac:grpSpMk id="14" creationId="{45037735-AC09-6BD4-12FA-D293793AF8E6}"/>
          </ac:grpSpMkLst>
        </pc:grpChg>
        <pc:picChg chg="add mod topLvl">
          <ac:chgData name="Laura Dean (staff)" userId="d8747312-ac52-4b4d-9ae4-1e15c3e0516b" providerId="ADAL" clId="{0A5FCBA3-0436-57F2-9A98-325546E6318B}" dt="2025-09-19T14:03:23.445" v="3574" actId="164"/>
          <ac:picMkLst>
            <pc:docMk/>
            <pc:sldMk cId="3280697870" sldId="318"/>
            <ac:picMk id="4" creationId="{A23EBDE3-EF9B-019A-390F-2FD53171C70D}"/>
          </ac:picMkLst>
        </pc:picChg>
        <pc:picChg chg="add mod">
          <ac:chgData name="Laura Dean (staff)" userId="d8747312-ac52-4b4d-9ae4-1e15c3e0516b" providerId="ADAL" clId="{0A5FCBA3-0436-57F2-9A98-325546E6318B}" dt="2025-09-19T14:03:23.445" v="3574" actId="164"/>
          <ac:picMkLst>
            <pc:docMk/>
            <pc:sldMk cId="3280697870" sldId="318"/>
            <ac:picMk id="7" creationId="{DF809C2D-F0D0-E219-0505-34790D3D6506}"/>
          </ac:picMkLst>
        </pc:picChg>
        <pc:cxnChg chg="add mod">
          <ac:chgData name="Laura Dean (staff)" userId="d8747312-ac52-4b4d-9ae4-1e15c3e0516b" providerId="ADAL" clId="{0A5FCBA3-0436-57F2-9A98-325546E6318B}" dt="2025-09-19T14:03:23.445" v="3574" actId="164"/>
          <ac:cxnSpMkLst>
            <pc:docMk/>
            <pc:sldMk cId="3280697870" sldId="318"/>
            <ac:cxnSpMk id="11" creationId="{C5EB41C3-A999-542D-9776-ADF2EFE37E8E}"/>
          </ac:cxnSpMkLst>
        </pc:cxnChg>
        <pc:cxnChg chg="add mod">
          <ac:chgData name="Laura Dean (staff)" userId="d8747312-ac52-4b4d-9ae4-1e15c3e0516b" providerId="ADAL" clId="{0A5FCBA3-0436-57F2-9A98-325546E6318B}" dt="2025-09-19T14:03:23.445" v="3574" actId="164"/>
          <ac:cxnSpMkLst>
            <pc:docMk/>
            <pc:sldMk cId="3280697870" sldId="318"/>
            <ac:cxnSpMk id="12" creationId="{D8CA3BC9-0589-77B2-6C8B-DF0957D22CA0}"/>
          </ac:cxnSpMkLst>
        </pc:cxnChg>
        <pc:cxnChg chg="add mod">
          <ac:chgData name="Laura Dean (staff)" userId="d8747312-ac52-4b4d-9ae4-1e15c3e0516b" providerId="ADAL" clId="{0A5FCBA3-0436-57F2-9A98-325546E6318B}" dt="2025-09-19T14:03:23.445" v="3574" actId="164"/>
          <ac:cxnSpMkLst>
            <pc:docMk/>
            <pc:sldMk cId="3280697870" sldId="318"/>
            <ac:cxnSpMk id="13" creationId="{BCC89ABF-B496-3E22-46DE-B6DE7B8925D9}"/>
          </ac:cxnSpMkLst>
        </pc:cxnChg>
      </pc:sldChg>
      <pc:sldChg chg="addSp delSp modSp add mod modNotesTx">
        <pc:chgData name="Laura Dean (staff)" userId="d8747312-ac52-4b4d-9ae4-1e15c3e0516b" providerId="ADAL" clId="{0A5FCBA3-0436-57F2-9A98-325546E6318B}" dt="2025-09-22T10:15:01.827" v="5643" actId="1076"/>
        <pc:sldMkLst>
          <pc:docMk/>
          <pc:sldMk cId="502670511" sldId="319"/>
        </pc:sldMkLst>
        <pc:spChg chg="mod">
          <ac:chgData name="Laura Dean (staff)" userId="d8747312-ac52-4b4d-9ae4-1e15c3e0516b" providerId="ADAL" clId="{0A5FCBA3-0436-57F2-9A98-325546E6318B}" dt="2025-09-22T09:46:51.309" v="5614" actId="20577"/>
          <ac:spMkLst>
            <pc:docMk/>
            <pc:sldMk cId="502670511" sldId="319"/>
            <ac:spMk id="2" creationId="{FBC2C399-3929-D752-E6C4-6CD6831DEEA9}"/>
          </ac:spMkLst>
        </pc:spChg>
        <pc:spChg chg="mod">
          <ac:chgData name="Laura Dean (staff)" userId="d8747312-ac52-4b4d-9ae4-1e15c3e0516b" providerId="ADAL" clId="{0A5FCBA3-0436-57F2-9A98-325546E6318B}" dt="2025-09-22T10:14:52.416" v="5641" actId="20577"/>
          <ac:spMkLst>
            <pc:docMk/>
            <pc:sldMk cId="502670511" sldId="319"/>
            <ac:spMk id="5" creationId="{8D7EA3EB-F46B-981F-D3BA-C93DF9DCCF8C}"/>
          </ac:spMkLst>
        </pc:spChg>
        <pc:picChg chg="add mod">
          <ac:chgData name="Laura Dean (staff)" userId="d8747312-ac52-4b4d-9ae4-1e15c3e0516b" providerId="ADAL" clId="{0A5FCBA3-0436-57F2-9A98-325546E6318B}" dt="2025-09-22T10:15:01.827" v="5643" actId="1076"/>
          <ac:picMkLst>
            <pc:docMk/>
            <pc:sldMk cId="502670511" sldId="319"/>
            <ac:picMk id="2050" creationId="{B387EE64-DBF5-7FAD-F886-A4260E04CC2A}"/>
          </ac:picMkLst>
        </pc:picChg>
      </pc:sldChg>
      <pc:sldChg chg="modSp add mod modNotesTx">
        <pc:chgData name="Laura Dean (staff)" userId="d8747312-ac52-4b4d-9ae4-1e15c3e0516b" providerId="ADAL" clId="{0A5FCBA3-0436-57F2-9A98-325546E6318B}" dt="2025-09-24T11:28:19.490" v="6401" actId="1076"/>
        <pc:sldMkLst>
          <pc:docMk/>
          <pc:sldMk cId="1289251981" sldId="320"/>
        </pc:sldMkLst>
        <pc:spChg chg="mod">
          <ac:chgData name="Laura Dean (staff)" userId="d8747312-ac52-4b4d-9ae4-1e15c3e0516b" providerId="ADAL" clId="{0A5FCBA3-0436-57F2-9A98-325546E6318B}" dt="2025-09-24T11:27:43.091" v="6399" actId="20577"/>
          <ac:spMkLst>
            <pc:docMk/>
            <pc:sldMk cId="1289251981" sldId="320"/>
            <ac:spMk id="4" creationId="{EDF305EC-8534-A485-FD51-F6B692EB579C}"/>
          </ac:spMkLst>
        </pc:spChg>
        <pc:picChg chg="mod modCrop">
          <ac:chgData name="Laura Dean (staff)" userId="d8747312-ac52-4b4d-9ae4-1e15c3e0516b" providerId="ADAL" clId="{0A5FCBA3-0436-57F2-9A98-325546E6318B}" dt="2025-09-24T11:28:19.490" v="6401" actId="1076"/>
          <ac:picMkLst>
            <pc:docMk/>
            <pc:sldMk cId="1289251981" sldId="320"/>
            <ac:picMk id="3" creationId="{5C8E8E51-723E-129C-DC5E-71FB76C85D45}"/>
          </ac:picMkLst>
        </pc:picChg>
      </pc:sldChg>
      <pc:sldChg chg="addSp delSp modSp add mod">
        <pc:chgData name="Laura Dean (staff)" userId="d8747312-ac52-4b4d-9ae4-1e15c3e0516b" providerId="ADAL" clId="{0A5FCBA3-0436-57F2-9A98-325546E6318B}" dt="2025-09-24T11:35:10.983" v="6936" actId="20577"/>
        <pc:sldMkLst>
          <pc:docMk/>
          <pc:sldMk cId="397477568" sldId="321"/>
        </pc:sldMkLst>
        <pc:spChg chg="add mod">
          <ac:chgData name="Laura Dean (staff)" userId="d8747312-ac52-4b4d-9ae4-1e15c3e0516b" providerId="ADAL" clId="{0A5FCBA3-0436-57F2-9A98-325546E6318B}" dt="2025-09-24T11:31:02.880" v="6440" actId="164"/>
          <ac:spMkLst>
            <pc:docMk/>
            <pc:sldMk cId="397477568" sldId="321"/>
            <ac:spMk id="8" creationId="{E41A4677-8F0A-975F-D28C-B2A2C93116D5}"/>
          </ac:spMkLst>
        </pc:spChg>
        <pc:spChg chg="add mod">
          <ac:chgData name="Laura Dean (staff)" userId="d8747312-ac52-4b4d-9ae4-1e15c3e0516b" providerId="ADAL" clId="{0A5FCBA3-0436-57F2-9A98-325546E6318B}" dt="2025-09-24T11:34:08.757" v="6814" actId="164"/>
          <ac:spMkLst>
            <pc:docMk/>
            <pc:sldMk cId="397477568" sldId="321"/>
            <ac:spMk id="14" creationId="{FD734B06-CB03-046F-4E52-BC4244644543}"/>
          </ac:spMkLst>
        </pc:spChg>
        <pc:spChg chg="add mod">
          <ac:chgData name="Laura Dean (staff)" userId="d8747312-ac52-4b4d-9ae4-1e15c3e0516b" providerId="ADAL" clId="{0A5FCBA3-0436-57F2-9A98-325546E6318B}" dt="2025-09-24T11:34:08.757" v="6814" actId="164"/>
          <ac:spMkLst>
            <pc:docMk/>
            <pc:sldMk cId="397477568" sldId="321"/>
            <ac:spMk id="15" creationId="{B0B21FCE-6F9F-A3AD-15C1-A8DB5B21A3BD}"/>
          </ac:spMkLst>
        </pc:spChg>
        <pc:spChg chg="add mod">
          <ac:chgData name="Laura Dean (staff)" userId="d8747312-ac52-4b4d-9ae4-1e15c3e0516b" providerId="ADAL" clId="{0A5FCBA3-0436-57F2-9A98-325546E6318B}" dt="2025-09-24T11:35:10.983" v="6936" actId="20577"/>
          <ac:spMkLst>
            <pc:docMk/>
            <pc:sldMk cId="397477568" sldId="321"/>
            <ac:spMk id="17" creationId="{48213907-1679-ACF3-617C-9477F1B597D0}"/>
          </ac:spMkLst>
        </pc:spChg>
        <pc:grpChg chg="add mod">
          <ac:chgData name="Laura Dean (staff)" userId="d8747312-ac52-4b4d-9ae4-1e15c3e0516b" providerId="ADAL" clId="{0A5FCBA3-0436-57F2-9A98-325546E6318B}" dt="2025-09-24T11:34:08.757" v="6814" actId="164"/>
          <ac:grpSpMkLst>
            <pc:docMk/>
            <pc:sldMk cId="397477568" sldId="321"/>
            <ac:grpSpMk id="13" creationId="{BBB71C57-9909-6A76-086B-F46CFCDDC2B1}"/>
          </ac:grpSpMkLst>
        </pc:grpChg>
        <pc:grpChg chg="add mod">
          <ac:chgData name="Laura Dean (staff)" userId="d8747312-ac52-4b4d-9ae4-1e15c3e0516b" providerId="ADAL" clId="{0A5FCBA3-0436-57F2-9A98-325546E6318B}" dt="2025-09-24T11:34:11.688" v="6815" actId="1076"/>
          <ac:grpSpMkLst>
            <pc:docMk/>
            <pc:sldMk cId="397477568" sldId="321"/>
            <ac:grpSpMk id="18" creationId="{3FE766B4-0496-BB38-D8D3-51F3DC86FFFA}"/>
          </ac:grpSpMkLst>
        </pc:grpChg>
        <pc:picChg chg="mod modCrop">
          <ac:chgData name="Laura Dean (staff)" userId="d8747312-ac52-4b4d-9ae4-1e15c3e0516b" providerId="ADAL" clId="{0A5FCBA3-0436-57F2-9A98-325546E6318B}" dt="2025-09-24T11:31:02.880" v="6440" actId="164"/>
          <ac:picMkLst>
            <pc:docMk/>
            <pc:sldMk cId="397477568" sldId="321"/>
            <ac:picMk id="3" creationId="{DD96B3EB-6F35-54AE-5C57-ECFE79F38D37}"/>
          </ac:picMkLst>
        </pc:picChg>
        <pc:cxnChg chg="add mod">
          <ac:chgData name="Laura Dean (staff)" userId="d8747312-ac52-4b4d-9ae4-1e15c3e0516b" providerId="ADAL" clId="{0A5FCBA3-0436-57F2-9A98-325546E6318B}" dt="2025-09-24T11:31:02.880" v="6440" actId="164"/>
          <ac:cxnSpMkLst>
            <pc:docMk/>
            <pc:sldMk cId="397477568" sldId="321"/>
            <ac:cxnSpMk id="7" creationId="{EDAF457C-4B26-160A-EA8A-66C0B7D4C486}"/>
          </ac:cxnSpMkLst>
        </pc:cxnChg>
        <pc:cxnChg chg="add mod">
          <ac:chgData name="Laura Dean (staff)" userId="d8747312-ac52-4b4d-9ae4-1e15c3e0516b" providerId="ADAL" clId="{0A5FCBA3-0436-57F2-9A98-325546E6318B}" dt="2025-09-24T11:31:02.880" v="6440" actId="164"/>
          <ac:cxnSpMkLst>
            <pc:docMk/>
            <pc:sldMk cId="397477568" sldId="321"/>
            <ac:cxnSpMk id="10" creationId="{9EFD0E3F-6B77-D70A-F796-5663701DDE57}"/>
          </ac:cxnSpMkLst>
        </pc:cxnChg>
        <pc:cxnChg chg="add mod">
          <ac:chgData name="Laura Dean (staff)" userId="d8747312-ac52-4b4d-9ae4-1e15c3e0516b" providerId="ADAL" clId="{0A5FCBA3-0436-57F2-9A98-325546E6318B}" dt="2025-09-24T11:31:57.890" v="6565" actId="14100"/>
          <ac:cxnSpMkLst>
            <pc:docMk/>
            <pc:sldMk cId="397477568" sldId="321"/>
            <ac:cxnSpMk id="12" creationId="{70E0A122-D1EC-4C95-9B07-F475700178AC}"/>
          </ac:cxnSpMkLst>
        </pc:cxnChg>
      </pc:sldChg>
      <pc:sldChg chg="modSp add mod">
        <pc:chgData name="Laura Dean (staff)" userId="d8747312-ac52-4b4d-9ae4-1e15c3e0516b" providerId="ADAL" clId="{0A5FCBA3-0436-57F2-9A98-325546E6318B}" dt="2025-09-24T12:11:16.724" v="7735" actId="404"/>
        <pc:sldMkLst>
          <pc:docMk/>
          <pc:sldMk cId="1615516566" sldId="322"/>
        </pc:sldMkLst>
        <pc:spChg chg="mod">
          <ac:chgData name="Laura Dean (staff)" userId="d8747312-ac52-4b4d-9ae4-1e15c3e0516b" providerId="ADAL" clId="{0A5FCBA3-0436-57F2-9A98-325546E6318B}" dt="2025-09-24T12:11:16.724" v="7735" actId="404"/>
          <ac:spMkLst>
            <pc:docMk/>
            <pc:sldMk cId="1615516566" sldId="322"/>
            <ac:spMk id="5" creationId="{A2BA3043-00DF-7FB5-9DD1-897E3DBDD204}"/>
          </ac:spMkLst>
        </pc:spChg>
      </pc:sldChg>
      <pc:sldChg chg="addSp delSp modSp add mod">
        <pc:chgData name="Laura Dean (staff)" userId="d8747312-ac52-4b4d-9ae4-1e15c3e0516b" providerId="ADAL" clId="{0A5FCBA3-0436-57F2-9A98-325546E6318B}" dt="2025-09-24T12:10:16.977" v="7732" actId="1076"/>
        <pc:sldMkLst>
          <pc:docMk/>
          <pc:sldMk cId="1143190352" sldId="323"/>
        </pc:sldMkLst>
        <pc:spChg chg="mod">
          <ac:chgData name="Laura Dean (staff)" userId="d8747312-ac52-4b4d-9ae4-1e15c3e0516b" providerId="ADAL" clId="{0A5FCBA3-0436-57F2-9A98-325546E6318B}" dt="2025-09-24T12:09:57.148" v="7725" actId="20577"/>
          <ac:spMkLst>
            <pc:docMk/>
            <pc:sldMk cId="1143190352" sldId="323"/>
            <ac:spMk id="2" creationId="{61879CD6-AAAD-6DB9-0912-21F8919E916A}"/>
          </ac:spMkLst>
        </pc:spChg>
        <pc:picChg chg="add mod">
          <ac:chgData name="Laura Dean (staff)" userId="d8747312-ac52-4b4d-9ae4-1e15c3e0516b" providerId="ADAL" clId="{0A5FCBA3-0436-57F2-9A98-325546E6318B}" dt="2025-09-24T12:10:16.977" v="7732" actId="1076"/>
          <ac:picMkLst>
            <pc:docMk/>
            <pc:sldMk cId="1143190352" sldId="323"/>
            <ac:picMk id="6146" creationId="{836A4B0D-CA8E-5970-19A4-74852C7A571E}"/>
          </ac:picMkLst>
        </pc:picChg>
      </pc:sldChg>
      <pc:sldChg chg="modSp add mod">
        <pc:chgData name="Laura Dean (staff)" userId="d8747312-ac52-4b4d-9ae4-1e15c3e0516b" providerId="ADAL" clId="{0A5FCBA3-0436-57F2-9A98-325546E6318B}" dt="2025-09-29T11:39:08.481" v="8485" actId="20577"/>
        <pc:sldMkLst>
          <pc:docMk/>
          <pc:sldMk cId="1473419003" sldId="324"/>
        </pc:sldMkLst>
        <pc:spChg chg="mod">
          <ac:chgData name="Laura Dean (staff)" userId="d8747312-ac52-4b4d-9ae4-1e15c3e0516b" providerId="ADAL" clId="{0A5FCBA3-0436-57F2-9A98-325546E6318B}" dt="2025-09-29T11:38:36.588" v="8446" actId="1076"/>
          <ac:spMkLst>
            <pc:docMk/>
            <pc:sldMk cId="1473419003" sldId="324"/>
            <ac:spMk id="3" creationId="{17CE8C22-9707-737C-6962-495BD2DE9DD3}"/>
          </ac:spMkLst>
        </pc:spChg>
        <pc:spChg chg="mod">
          <ac:chgData name="Laura Dean (staff)" userId="d8747312-ac52-4b4d-9ae4-1e15c3e0516b" providerId="ADAL" clId="{0A5FCBA3-0436-57F2-9A98-325546E6318B}" dt="2025-09-29T11:38:42.891" v="8448" actId="1076"/>
          <ac:spMkLst>
            <pc:docMk/>
            <pc:sldMk cId="1473419003" sldId="324"/>
            <ac:spMk id="5" creationId="{8AA229F2-331F-884B-93C5-DD4CECD1D7F9}"/>
          </ac:spMkLst>
        </pc:spChg>
        <pc:spChg chg="mod">
          <ac:chgData name="Laura Dean (staff)" userId="d8747312-ac52-4b4d-9ae4-1e15c3e0516b" providerId="ADAL" clId="{0A5FCBA3-0436-57F2-9A98-325546E6318B}" dt="2025-09-29T11:39:08.481" v="8485" actId="20577"/>
          <ac:spMkLst>
            <pc:docMk/>
            <pc:sldMk cId="1473419003" sldId="324"/>
            <ac:spMk id="6" creationId="{76C75CEE-9B2D-DE75-C8ED-E997E119F0DC}"/>
          </ac:spMkLst>
        </pc:spChg>
        <pc:spChg chg="mod">
          <ac:chgData name="Laura Dean (staff)" userId="d8747312-ac52-4b4d-9ae4-1e15c3e0516b" providerId="ADAL" clId="{0A5FCBA3-0436-57F2-9A98-325546E6318B}" dt="2025-09-29T11:38:41.361" v="8447" actId="1076"/>
          <ac:spMkLst>
            <pc:docMk/>
            <pc:sldMk cId="1473419003" sldId="324"/>
            <ac:spMk id="9" creationId="{5289767E-C7FA-E2C7-7FB0-7BBE76942EAD}"/>
          </ac:spMkLst>
        </pc:spChg>
        <pc:picChg chg="mod">
          <ac:chgData name="Laura Dean (staff)" userId="d8747312-ac52-4b4d-9ae4-1e15c3e0516b" providerId="ADAL" clId="{0A5FCBA3-0436-57F2-9A98-325546E6318B}" dt="2025-09-29T11:38:44.534" v="8449" actId="1076"/>
          <ac:picMkLst>
            <pc:docMk/>
            <pc:sldMk cId="1473419003" sldId="324"/>
            <ac:picMk id="1026" creationId="{B620F8C8-96A2-9E50-59B2-AF020DCFA9D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946387-3DE6-A047-9929-F7D6E7284C24}" type="datetimeFigureOut">
              <a:rPr lang="en-US" smtClean="0"/>
              <a:t>9/19/25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44E78C-583C-4D47-AA52-A4329031AEEE}" type="slidenum">
              <a:rPr lang="en-US" smtClean="0"/>
              <a:t>‹#›</a:t>
            </a:fld>
            <a:endParaRPr lang="en-US"/>
          </a:p>
        </p:txBody>
      </p:sp>
    </p:spTree>
    <p:extLst>
      <p:ext uri="{BB962C8B-B14F-4D97-AF65-F5344CB8AC3E}">
        <p14:creationId xmlns:p14="http://schemas.microsoft.com/office/powerpoint/2010/main" val="526984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Ada Lovelace – considered the world’s first computer programmer!</a:t>
            </a:r>
          </a:p>
          <a:p>
            <a:endParaRPr lang="en-US" dirty="0"/>
          </a:p>
        </p:txBody>
      </p:sp>
      <p:sp>
        <p:nvSpPr>
          <p:cNvPr id="4" name="Slide Number Placeholder 3"/>
          <p:cNvSpPr>
            <a:spLocks noGrp="1"/>
          </p:cNvSpPr>
          <p:nvPr>
            <p:ph type="sldNum" sz="quarter" idx="5"/>
          </p:nvPr>
        </p:nvSpPr>
        <p:spPr/>
        <p:txBody>
          <a:bodyPr/>
          <a:lstStyle/>
          <a:p>
            <a:fld id="{AC44E78C-583C-4D47-AA52-A4329031AEEE}" type="slidenum">
              <a:rPr lang="en-US" smtClean="0"/>
              <a:t>1</a:t>
            </a:fld>
            <a:endParaRPr lang="en-US"/>
          </a:p>
        </p:txBody>
      </p:sp>
    </p:spTree>
    <p:extLst>
      <p:ext uri="{BB962C8B-B14F-4D97-AF65-F5344CB8AC3E}">
        <p14:creationId xmlns:p14="http://schemas.microsoft.com/office/powerpoint/2010/main" val="3943080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C2C15-1DEE-902E-6436-518E9054E3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B1B15-1DCB-99D4-4643-035B451E95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FBCE5-E8CE-A66A-0249-4EA920F247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6121E8-BF5F-2B68-6A48-A85E122D2DEB}"/>
              </a:ext>
            </a:extLst>
          </p:cNvPr>
          <p:cNvSpPr>
            <a:spLocks noGrp="1"/>
          </p:cNvSpPr>
          <p:nvPr>
            <p:ph type="sldNum" sz="quarter" idx="5"/>
          </p:nvPr>
        </p:nvSpPr>
        <p:spPr/>
        <p:txBody>
          <a:bodyPr/>
          <a:lstStyle/>
          <a:p>
            <a:fld id="{AC44E78C-583C-4D47-AA52-A4329031AEEE}" type="slidenum">
              <a:rPr lang="en-US" smtClean="0"/>
              <a:t>2</a:t>
            </a:fld>
            <a:endParaRPr lang="en-US"/>
          </a:p>
        </p:txBody>
      </p:sp>
    </p:spTree>
    <p:extLst>
      <p:ext uri="{BB962C8B-B14F-4D97-AF65-F5344CB8AC3E}">
        <p14:creationId xmlns:p14="http://schemas.microsoft.com/office/powerpoint/2010/main" val="11037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06A22-16EF-EE05-86BB-0E4FF86AF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F8734F-B147-FCE5-7451-58FD86ED6D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80AB8C-58D9-3C08-14F3-CE85B145A8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91D9B5-E44D-DB6F-1D7E-77704DF3CE88}"/>
              </a:ext>
            </a:extLst>
          </p:cNvPr>
          <p:cNvSpPr>
            <a:spLocks noGrp="1"/>
          </p:cNvSpPr>
          <p:nvPr>
            <p:ph type="sldNum" sz="quarter" idx="5"/>
          </p:nvPr>
        </p:nvSpPr>
        <p:spPr/>
        <p:txBody>
          <a:bodyPr/>
          <a:lstStyle/>
          <a:p>
            <a:fld id="{AC44E78C-583C-4D47-AA52-A4329031AEEE}" type="slidenum">
              <a:rPr lang="en-US" smtClean="0"/>
              <a:t>3</a:t>
            </a:fld>
            <a:endParaRPr lang="en-US"/>
          </a:p>
        </p:txBody>
      </p:sp>
    </p:spTree>
    <p:extLst>
      <p:ext uri="{BB962C8B-B14F-4D97-AF65-F5344CB8AC3E}">
        <p14:creationId xmlns:p14="http://schemas.microsoft.com/office/powerpoint/2010/main" val="2684547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108AF-DDB4-A603-B3CA-2A72E4934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1DD1D-D993-8197-15D9-08C0B955F1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B9C940-061A-AB6F-A373-0106605E6946}"/>
              </a:ext>
            </a:extLst>
          </p:cNvPr>
          <p:cNvSpPr>
            <a:spLocks noGrp="1"/>
          </p:cNvSpPr>
          <p:nvPr>
            <p:ph type="body" idx="1"/>
          </p:nvPr>
        </p:nvSpPr>
        <p:spPr/>
        <p:txBody>
          <a:bodyPr/>
          <a:lstStyle/>
          <a:p>
            <a:r>
              <a:rPr lang="en-US" dirty="0"/>
              <a:t>GPGPU - </a:t>
            </a:r>
            <a:r>
              <a:rPr lang="en-GB" sz="1200" b="0" i="0" kern="1200" dirty="0">
                <a:solidFill>
                  <a:schemeClr val="tx1"/>
                </a:solidFill>
                <a:effectLst/>
                <a:latin typeface="+mn-lt"/>
                <a:ea typeface="+mn-ea"/>
                <a:cs typeface="+mn-cs"/>
              </a:rPr>
              <a:t>General-Purpose computing on Graphics Processing Units</a:t>
            </a:r>
            <a:endParaRPr lang="en-US" dirty="0"/>
          </a:p>
        </p:txBody>
      </p:sp>
      <p:sp>
        <p:nvSpPr>
          <p:cNvPr id="4" name="Slide Number Placeholder 3">
            <a:extLst>
              <a:ext uri="{FF2B5EF4-FFF2-40B4-BE49-F238E27FC236}">
                <a16:creationId xmlns:a16="http://schemas.microsoft.com/office/drawing/2014/main" id="{DD0D38D9-1D84-E709-20C2-036B3D826048}"/>
              </a:ext>
            </a:extLst>
          </p:cNvPr>
          <p:cNvSpPr>
            <a:spLocks noGrp="1"/>
          </p:cNvSpPr>
          <p:nvPr>
            <p:ph type="sldNum" sz="quarter" idx="5"/>
          </p:nvPr>
        </p:nvSpPr>
        <p:spPr/>
        <p:txBody>
          <a:bodyPr/>
          <a:lstStyle/>
          <a:p>
            <a:fld id="{AC44E78C-583C-4D47-AA52-A4329031AEEE}" type="slidenum">
              <a:rPr lang="en-US" smtClean="0"/>
              <a:t>4</a:t>
            </a:fld>
            <a:endParaRPr lang="en-US"/>
          </a:p>
        </p:txBody>
      </p:sp>
    </p:spTree>
    <p:extLst>
      <p:ext uri="{BB962C8B-B14F-4D97-AF65-F5344CB8AC3E}">
        <p14:creationId xmlns:p14="http://schemas.microsoft.com/office/powerpoint/2010/main" val="713523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53A5C-A0CC-2433-D17F-78B487CEC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94283-B9EE-8A3C-F4BA-994991981F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9EB0B0-6012-3160-E645-CF533C09B2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A3FD8C-CFAA-9430-8587-B5273D7E60D0}"/>
              </a:ext>
            </a:extLst>
          </p:cNvPr>
          <p:cNvSpPr>
            <a:spLocks noGrp="1"/>
          </p:cNvSpPr>
          <p:nvPr>
            <p:ph type="sldNum" sz="quarter" idx="5"/>
          </p:nvPr>
        </p:nvSpPr>
        <p:spPr/>
        <p:txBody>
          <a:bodyPr/>
          <a:lstStyle/>
          <a:p>
            <a:fld id="{AC44E78C-583C-4D47-AA52-A4329031AEEE}" type="slidenum">
              <a:rPr lang="en-US" smtClean="0"/>
              <a:t>7</a:t>
            </a:fld>
            <a:endParaRPr lang="en-US"/>
          </a:p>
        </p:txBody>
      </p:sp>
    </p:spTree>
    <p:extLst>
      <p:ext uri="{BB962C8B-B14F-4D97-AF65-F5344CB8AC3E}">
        <p14:creationId xmlns:p14="http://schemas.microsoft.com/office/powerpoint/2010/main" val="4206768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33F30-6F99-F26B-2744-36FD0B9C7F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7812C6-0374-F357-ABFB-FF571921ED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5E0C70-C5F6-3C61-FF5B-9D6DE748FA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893127-B443-A78E-E2C8-77F43FEF04EE}"/>
              </a:ext>
            </a:extLst>
          </p:cNvPr>
          <p:cNvSpPr>
            <a:spLocks noGrp="1"/>
          </p:cNvSpPr>
          <p:nvPr>
            <p:ph type="sldNum" sz="quarter" idx="5"/>
          </p:nvPr>
        </p:nvSpPr>
        <p:spPr/>
        <p:txBody>
          <a:bodyPr/>
          <a:lstStyle/>
          <a:p>
            <a:fld id="{AC44E78C-583C-4D47-AA52-A4329031AEEE}" type="slidenum">
              <a:rPr lang="en-US" smtClean="0"/>
              <a:t>8</a:t>
            </a:fld>
            <a:endParaRPr lang="en-US"/>
          </a:p>
        </p:txBody>
      </p:sp>
    </p:spTree>
    <p:extLst>
      <p:ext uri="{BB962C8B-B14F-4D97-AF65-F5344CB8AC3E}">
        <p14:creationId xmlns:p14="http://schemas.microsoft.com/office/powerpoint/2010/main" val="315310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88A90-5F04-AEFB-9F8A-07BF1C851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77A035-8F55-C792-3719-8905AA097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6C4696-DC1A-8620-C4D2-C64519914F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493663-86CE-CF00-907C-94E9B80B5FA3}"/>
              </a:ext>
            </a:extLst>
          </p:cNvPr>
          <p:cNvSpPr>
            <a:spLocks noGrp="1"/>
          </p:cNvSpPr>
          <p:nvPr>
            <p:ph type="sldNum" sz="quarter" idx="5"/>
          </p:nvPr>
        </p:nvSpPr>
        <p:spPr/>
        <p:txBody>
          <a:bodyPr/>
          <a:lstStyle/>
          <a:p>
            <a:fld id="{AC44E78C-583C-4D47-AA52-A4329031AEEE}" type="slidenum">
              <a:rPr lang="en-US" smtClean="0"/>
              <a:t>9</a:t>
            </a:fld>
            <a:endParaRPr lang="en-US"/>
          </a:p>
        </p:txBody>
      </p:sp>
    </p:spTree>
    <p:extLst>
      <p:ext uri="{BB962C8B-B14F-4D97-AF65-F5344CB8AC3E}">
        <p14:creationId xmlns:p14="http://schemas.microsoft.com/office/powerpoint/2010/main" val="4198994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A16D1-D9C2-3963-CC53-CF7C91E6ED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B8910-886F-83C5-B3E5-FF3DE76835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C544AE-3F11-D0FF-CCDC-BF73E12FBA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64AE93-E6CF-AE93-8AD3-673159C5A368}"/>
              </a:ext>
            </a:extLst>
          </p:cNvPr>
          <p:cNvSpPr>
            <a:spLocks noGrp="1"/>
          </p:cNvSpPr>
          <p:nvPr>
            <p:ph type="sldNum" sz="quarter" idx="5"/>
          </p:nvPr>
        </p:nvSpPr>
        <p:spPr/>
        <p:txBody>
          <a:bodyPr/>
          <a:lstStyle/>
          <a:p>
            <a:fld id="{AC44E78C-583C-4D47-AA52-A4329031AEEE}" type="slidenum">
              <a:rPr lang="en-US" smtClean="0"/>
              <a:t>10</a:t>
            </a:fld>
            <a:endParaRPr lang="en-US"/>
          </a:p>
        </p:txBody>
      </p:sp>
    </p:spTree>
    <p:extLst>
      <p:ext uri="{BB962C8B-B14F-4D97-AF65-F5344CB8AC3E}">
        <p14:creationId xmlns:p14="http://schemas.microsoft.com/office/powerpoint/2010/main" val="703739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6CE82-85F1-44BF-7928-8926535E8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CBEE4-FB9D-28F9-E837-4633501EB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59806B-7454-C78F-D036-E3815E4848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3127F9-D50C-A66C-00F8-127DD7B92578}"/>
              </a:ext>
            </a:extLst>
          </p:cNvPr>
          <p:cNvSpPr>
            <a:spLocks noGrp="1"/>
          </p:cNvSpPr>
          <p:nvPr>
            <p:ph type="sldNum" sz="quarter" idx="5"/>
          </p:nvPr>
        </p:nvSpPr>
        <p:spPr/>
        <p:txBody>
          <a:bodyPr/>
          <a:lstStyle/>
          <a:p>
            <a:fld id="{AC44E78C-583C-4D47-AA52-A4329031AEEE}" type="slidenum">
              <a:rPr lang="en-US" smtClean="0"/>
              <a:t>11</a:t>
            </a:fld>
            <a:endParaRPr lang="en-US"/>
          </a:p>
        </p:txBody>
      </p:sp>
    </p:spTree>
    <p:extLst>
      <p:ext uri="{BB962C8B-B14F-4D97-AF65-F5344CB8AC3E}">
        <p14:creationId xmlns:p14="http://schemas.microsoft.com/office/powerpoint/2010/main" val="3157950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0885-00CC-4B41-5DB8-403621733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EA9185-6576-411F-35AD-026A9231E9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978259-DDF2-3013-C36B-80F16D31C5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031FB1-19AF-D5C8-DD00-332BBAE39EF5}"/>
              </a:ext>
            </a:extLst>
          </p:cNvPr>
          <p:cNvSpPr>
            <a:spLocks noGrp="1"/>
          </p:cNvSpPr>
          <p:nvPr>
            <p:ph type="sldNum" sz="quarter" idx="5"/>
          </p:nvPr>
        </p:nvSpPr>
        <p:spPr/>
        <p:txBody>
          <a:bodyPr/>
          <a:lstStyle/>
          <a:p>
            <a:fld id="{AC44E78C-583C-4D47-AA52-A4329031AEEE}" type="slidenum">
              <a:rPr lang="en-US" smtClean="0"/>
              <a:t>12</a:t>
            </a:fld>
            <a:endParaRPr lang="en-US"/>
          </a:p>
        </p:txBody>
      </p:sp>
    </p:spTree>
    <p:extLst>
      <p:ext uri="{BB962C8B-B14F-4D97-AF65-F5344CB8AC3E}">
        <p14:creationId xmlns:p14="http://schemas.microsoft.com/office/powerpoint/2010/main" val="3949686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ADC2C-25EB-3170-89AF-0404100B0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CAEB1D-C3B9-804E-50FE-7F13E89B0B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11A4CF-0EC7-5CE2-054F-1E094DF3BD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46A935-2F40-12B6-87E7-978967884CB8}"/>
              </a:ext>
            </a:extLst>
          </p:cNvPr>
          <p:cNvSpPr>
            <a:spLocks noGrp="1"/>
          </p:cNvSpPr>
          <p:nvPr>
            <p:ph type="sldNum" sz="quarter" idx="5"/>
          </p:nvPr>
        </p:nvSpPr>
        <p:spPr/>
        <p:txBody>
          <a:bodyPr/>
          <a:lstStyle/>
          <a:p>
            <a:fld id="{AC44E78C-583C-4D47-AA52-A4329031AEEE}" type="slidenum">
              <a:rPr lang="en-US" smtClean="0"/>
              <a:t>13</a:t>
            </a:fld>
            <a:endParaRPr lang="en-US"/>
          </a:p>
        </p:txBody>
      </p:sp>
    </p:spTree>
    <p:extLst>
      <p:ext uri="{BB962C8B-B14F-4D97-AF65-F5344CB8AC3E}">
        <p14:creationId xmlns:p14="http://schemas.microsoft.com/office/powerpoint/2010/main" val="731359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FF9D4-6991-B14D-05C8-A1875C5FB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D68AEC-AB5A-AB51-BC20-E444F86CE5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D78481-EF3C-C2A1-B4C5-1E37998663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F102CA-5931-6457-7882-4385A5123AE6}"/>
              </a:ext>
            </a:extLst>
          </p:cNvPr>
          <p:cNvSpPr>
            <a:spLocks noGrp="1"/>
          </p:cNvSpPr>
          <p:nvPr>
            <p:ph type="sldNum" sz="quarter" idx="5"/>
          </p:nvPr>
        </p:nvSpPr>
        <p:spPr/>
        <p:txBody>
          <a:bodyPr/>
          <a:lstStyle/>
          <a:p>
            <a:fld id="{AC44E78C-583C-4D47-AA52-A4329031AEEE}" type="slidenum">
              <a:rPr lang="en-US" smtClean="0"/>
              <a:t>14</a:t>
            </a:fld>
            <a:endParaRPr lang="en-US"/>
          </a:p>
        </p:txBody>
      </p:sp>
    </p:spTree>
    <p:extLst>
      <p:ext uri="{BB962C8B-B14F-4D97-AF65-F5344CB8AC3E}">
        <p14:creationId xmlns:p14="http://schemas.microsoft.com/office/powerpoint/2010/main" val="1310590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1ACC8-2A93-846B-DE14-6311CDE8CB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7D523-3FF6-BF64-DA11-8658E1A83D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F23C30-2C85-B5E9-A5A3-63D7CA3720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FA559E-38AD-C828-DA64-AE735535FAA5}"/>
              </a:ext>
            </a:extLst>
          </p:cNvPr>
          <p:cNvSpPr>
            <a:spLocks noGrp="1"/>
          </p:cNvSpPr>
          <p:nvPr>
            <p:ph type="sldNum" sz="quarter" idx="5"/>
          </p:nvPr>
        </p:nvSpPr>
        <p:spPr/>
        <p:txBody>
          <a:bodyPr/>
          <a:lstStyle/>
          <a:p>
            <a:fld id="{AC44E78C-583C-4D47-AA52-A4329031AEEE}" type="slidenum">
              <a:rPr lang="en-US" smtClean="0"/>
              <a:t>15</a:t>
            </a:fld>
            <a:endParaRPr lang="en-US"/>
          </a:p>
        </p:txBody>
      </p:sp>
    </p:spTree>
    <p:extLst>
      <p:ext uri="{BB962C8B-B14F-4D97-AF65-F5344CB8AC3E}">
        <p14:creationId xmlns:p14="http://schemas.microsoft.com/office/powerpoint/2010/main" val="3606307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72632-C4B0-20B4-4789-6B5C92E840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0F0B9-53C7-2450-189E-9A78B1204E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B54B0A-A3C4-269D-7F84-D6017C7B91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410E81-85C8-75BD-AC03-5DFCCF97CD7B}"/>
              </a:ext>
            </a:extLst>
          </p:cNvPr>
          <p:cNvSpPr>
            <a:spLocks noGrp="1"/>
          </p:cNvSpPr>
          <p:nvPr>
            <p:ph type="sldNum" sz="quarter" idx="5"/>
          </p:nvPr>
        </p:nvSpPr>
        <p:spPr/>
        <p:txBody>
          <a:bodyPr/>
          <a:lstStyle/>
          <a:p>
            <a:fld id="{AC44E78C-583C-4D47-AA52-A4329031AEEE}" type="slidenum">
              <a:rPr lang="en-US" smtClean="0"/>
              <a:t>16</a:t>
            </a:fld>
            <a:endParaRPr lang="en-US"/>
          </a:p>
        </p:txBody>
      </p:sp>
    </p:spTree>
    <p:extLst>
      <p:ext uri="{BB962C8B-B14F-4D97-AF65-F5344CB8AC3E}">
        <p14:creationId xmlns:p14="http://schemas.microsoft.com/office/powerpoint/2010/main" val="3316847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66F95-CEA3-60CB-837A-3C6D2D69BC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E96B40-41F6-2360-C6CC-E74DCC9A55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2A6097-1760-31E8-AFC6-E814993FC5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0EF300-2000-82C8-2E56-98268BF8711D}"/>
              </a:ext>
            </a:extLst>
          </p:cNvPr>
          <p:cNvSpPr>
            <a:spLocks noGrp="1"/>
          </p:cNvSpPr>
          <p:nvPr>
            <p:ph type="sldNum" sz="quarter" idx="5"/>
          </p:nvPr>
        </p:nvSpPr>
        <p:spPr/>
        <p:txBody>
          <a:bodyPr/>
          <a:lstStyle/>
          <a:p>
            <a:fld id="{AC44E78C-583C-4D47-AA52-A4329031AEEE}" type="slidenum">
              <a:rPr lang="en-US" smtClean="0"/>
              <a:t>17</a:t>
            </a:fld>
            <a:endParaRPr lang="en-US"/>
          </a:p>
        </p:txBody>
      </p:sp>
    </p:spTree>
    <p:extLst>
      <p:ext uri="{BB962C8B-B14F-4D97-AF65-F5344CB8AC3E}">
        <p14:creationId xmlns:p14="http://schemas.microsoft.com/office/powerpoint/2010/main" val="3770398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15105-BC83-FAA3-2F96-51F1FD11D5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A01AA5-3DD3-4937-3D11-50C0A0D003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FB996C-2F91-B7BA-0347-905AAE5B7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B68182-11AA-356B-0EF3-CE506450F42E}"/>
              </a:ext>
            </a:extLst>
          </p:cNvPr>
          <p:cNvSpPr>
            <a:spLocks noGrp="1"/>
          </p:cNvSpPr>
          <p:nvPr>
            <p:ph type="sldNum" sz="quarter" idx="5"/>
          </p:nvPr>
        </p:nvSpPr>
        <p:spPr/>
        <p:txBody>
          <a:bodyPr/>
          <a:lstStyle/>
          <a:p>
            <a:fld id="{AC44E78C-583C-4D47-AA52-A4329031AEEE}" type="slidenum">
              <a:rPr lang="en-US" smtClean="0"/>
              <a:t>18</a:t>
            </a:fld>
            <a:endParaRPr lang="en-US"/>
          </a:p>
        </p:txBody>
      </p:sp>
    </p:spTree>
    <p:extLst>
      <p:ext uri="{BB962C8B-B14F-4D97-AF65-F5344CB8AC3E}">
        <p14:creationId xmlns:p14="http://schemas.microsoft.com/office/powerpoint/2010/main" val="37501842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EEA8D-BA2A-C918-8AE1-F32E0CB1D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59D0B1-471E-1118-88F4-F8B7313884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3DB382-D04C-31BE-5BE4-E5C84E2BED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85C17A-AB48-E4D4-C9EE-CFDE3F01DE71}"/>
              </a:ext>
            </a:extLst>
          </p:cNvPr>
          <p:cNvSpPr>
            <a:spLocks noGrp="1"/>
          </p:cNvSpPr>
          <p:nvPr>
            <p:ph type="sldNum" sz="quarter" idx="5"/>
          </p:nvPr>
        </p:nvSpPr>
        <p:spPr/>
        <p:txBody>
          <a:bodyPr/>
          <a:lstStyle/>
          <a:p>
            <a:fld id="{AC44E78C-583C-4D47-AA52-A4329031AEEE}" type="slidenum">
              <a:rPr lang="en-US" smtClean="0"/>
              <a:t>19</a:t>
            </a:fld>
            <a:endParaRPr lang="en-US"/>
          </a:p>
        </p:txBody>
      </p:sp>
    </p:spTree>
    <p:extLst>
      <p:ext uri="{BB962C8B-B14F-4D97-AF65-F5344CB8AC3E}">
        <p14:creationId xmlns:p14="http://schemas.microsoft.com/office/powerpoint/2010/main" val="35189588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96CA2-E6BF-278C-97A7-2E43DB16CB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DDD98-0105-89A0-07E3-6AC6DAD280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ACB00D-DCDC-0961-0A05-E238B318D5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C46D89-8C4A-CB04-C3D2-5C8CCF6762AF}"/>
              </a:ext>
            </a:extLst>
          </p:cNvPr>
          <p:cNvSpPr>
            <a:spLocks noGrp="1"/>
          </p:cNvSpPr>
          <p:nvPr>
            <p:ph type="sldNum" sz="quarter" idx="5"/>
          </p:nvPr>
        </p:nvSpPr>
        <p:spPr/>
        <p:txBody>
          <a:bodyPr/>
          <a:lstStyle/>
          <a:p>
            <a:fld id="{AC44E78C-583C-4D47-AA52-A4329031AEEE}" type="slidenum">
              <a:rPr lang="en-US" smtClean="0"/>
              <a:t>20</a:t>
            </a:fld>
            <a:endParaRPr lang="en-US"/>
          </a:p>
        </p:txBody>
      </p:sp>
    </p:spTree>
    <p:extLst>
      <p:ext uri="{BB962C8B-B14F-4D97-AF65-F5344CB8AC3E}">
        <p14:creationId xmlns:p14="http://schemas.microsoft.com/office/powerpoint/2010/main" val="27271852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2A27B-AB41-A4CC-F20C-1EB878C01D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42979F-D176-754F-F5FE-5E9CC14E8E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5E8DED-34B6-0220-10AE-8B595A7A27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85A075-B1D3-006C-D77F-8BBD018CC28F}"/>
              </a:ext>
            </a:extLst>
          </p:cNvPr>
          <p:cNvSpPr>
            <a:spLocks noGrp="1"/>
          </p:cNvSpPr>
          <p:nvPr>
            <p:ph type="sldNum" sz="quarter" idx="5"/>
          </p:nvPr>
        </p:nvSpPr>
        <p:spPr/>
        <p:txBody>
          <a:bodyPr/>
          <a:lstStyle/>
          <a:p>
            <a:fld id="{AC44E78C-583C-4D47-AA52-A4329031AEEE}" type="slidenum">
              <a:rPr lang="en-US" smtClean="0"/>
              <a:t>21</a:t>
            </a:fld>
            <a:endParaRPr lang="en-US"/>
          </a:p>
        </p:txBody>
      </p:sp>
    </p:spTree>
    <p:extLst>
      <p:ext uri="{BB962C8B-B14F-4D97-AF65-F5344CB8AC3E}">
        <p14:creationId xmlns:p14="http://schemas.microsoft.com/office/powerpoint/2010/main" val="14119699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44E78C-583C-4D47-AA52-A4329031AEEE}" type="slidenum">
              <a:rPr lang="en-US" smtClean="0"/>
              <a:t>22</a:t>
            </a:fld>
            <a:endParaRPr lang="en-US"/>
          </a:p>
        </p:txBody>
      </p:sp>
    </p:spTree>
    <p:extLst>
      <p:ext uri="{BB962C8B-B14F-4D97-AF65-F5344CB8AC3E}">
        <p14:creationId xmlns:p14="http://schemas.microsoft.com/office/powerpoint/2010/main" val="440449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AAECD-A2AC-DEAB-91C5-D69EE11C06A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2D78D54-299C-B412-2A8B-A41BCC2BDF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9DFF191-2CE6-5C5C-6DD3-144BAD3672DC}"/>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5" name="Footer Placeholder 4">
            <a:extLst>
              <a:ext uri="{FF2B5EF4-FFF2-40B4-BE49-F238E27FC236}">
                <a16:creationId xmlns:a16="http://schemas.microsoft.com/office/drawing/2014/main" id="{9E426273-CB16-CF10-F503-281850F4A5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4249D0-88F6-AE7B-D7DE-BE06A176E89E}"/>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2384273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D95D-23C4-06C8-AB04-71C8FB2831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DEDB848-88F1-1F3E-3AB4-B7040D5D46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D655A80-F341-2E26-42AE-E095F953C192}"/>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5" name="Footer Placeholder 4">
            <a:extLst>
              <a:ext uri="{FF2B5EF4-FFF2-40B4-BE49-F238E27FC236}">
                <a16:creationId xmlns:a16="http://schemas.microsoft.com/office/drawing/2014/main" id="{87DB296D-616F-742F-331B-21614EB995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513264-C77A-ED26-745C-C37354719B8B}"/>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3002814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9ABD7-9115-B75F-00F1-35E01709DD1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BDF09A4-4706-01A4-7074-95020B3AAD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889EF77-3033-12D9-BF38-1CEED44F3FF4}"/>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5" name="Footer Placeholder 4">
            <a:extLst>
              <a:ext uri="{FF2B5EF4-FFF2-40B4-BE49-F238E27FC236}">
                <a16:creationId xmlns:a16="http://schemas.microsoft.com/office/drawing/2014/main" id="{33EE430F-C971-69FD-8D96-3221B8F7DB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9E638D-F775-73A7-0334-B17FB23378DA}"/>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181313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3E090-35EE-0D4C-04B6-BB486BE48B4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17FC36C-E8EC-9291-41B1-457D1CEBE40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BE3949F-C4F6-3A02-30F8-4EA23C2AC0A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DEFA1E0-7556-9E97-A357-62B9656EB91F}"/>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6" name="Footer Placeholder 5">
            <a:extLst>
              <a:ext uri="{FF2B5EF4-FFF2-40B4-BE49-F238E27FC236}">
                <a16:creationId xmlns:a16="http://schemas.microsoft.com/office/drawing/2014/main" id="{AA4A1A7A-7C3B-42BA-BD92-C66DE62445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281D59-5D10-F3D1-FF1E-E6F7CC860417}"/>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3531390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AA4CC-2B8E-6D53-1DC7-896FC6E864F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5004FDA-E44A-E66A-B6F6-16BDC2D7AA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DC59909-67CF-EC8D-D725-B83B9C0BC9F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7C20D1E-9B8B-81AF-250B-7653FC1885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DA70157-F711-9299-13EC-EB4C9087924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22AF8C0-1E62-DD94-12AC-F906BFCF5CC9}"/>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8" name="Footer Placeholder 7">
            <a:extLst>
              <a:ext uri="{FF2B5EF4-FFF2-40B4-BE49-F238E27FC236}">
                <a16:creationId xmlns:a16="http://schemas.microsoft.com/office/drawing/2014/main" id="{5B87A9FD-C17B-AEB7-D956-ABB78CFD46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C730E1-DE07-FB58-256C-F9B04575F274}"/>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269888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9CB63-76E1-CFA1-9E45-F0D28A22893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B65850F-C6E1-4223-01EF-8775433E5C4D}"/>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4" name="Footer Placeholder 3">
            <a:extLst>
              <a:ext uri="{FF2B5EF4-FFF2-40B4-BE49-F238E27FC236}">
                <a16:creationId xmlns:a16="http://schemas.microsoft.com/office/drawing/2014/main" id="{3CD4CE44-4DCD-8C89-00D7-6183708AE4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95B4EC-B851-F49B-09FD-064B056D64F8}"/>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900696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BDF56E-3F46-68F4-1C57-B361B32C3B3F}"/>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3" name="Footer Placeholder 2">
            <a:extLst>
              <a:ext uri="{FF2B5EF4-FFF2-40B4-BE49-F238E27FC236}">
                <a16:creationId xmlns:a16="http://schemas.microsoft.com/office/drawing/2014/main" id="{9CD75FE3-A412-0DD5-80E8-7BF43D6F23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CE7E60-442A-2CB0-1585-BDF12DB765AB}"/>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3070002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91B8E-A787-7B00-9F0E-B0CF0954FAB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36C416D-A36C-3D33-4C3F-4A5D6BBEBE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A6E9A10-4373-8881-3085-D9E08FC5E1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A64430B-26D9-406D-F767-DA04B77729BA}"/>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6" name="Footer Placeholder 5">
            <a:extLst>
              <a:ext uri="{FF2B5EF4-FFF2-40B4-BE49-F238E27FC236}">
                <a16:creationId xmlns:a16="http://schemas.microsoft.com/office/drawing/2014/main" id="{F5FA6F6B-847E-A764-3F06-0CCBAF882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7212BA-0190-B6C3-4479-2E647F5AB376}"/>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4022860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D482C-695D-5D24-94B4-04118BF9ACD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BA837C8-09C0-DFAA-6129-2521DD6182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1C31D6-3F83-3B95-0B4A-7113954874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E589105-B0A8-B232-4812-6A2F3791BB8B}"/>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6" name="Footer Placeholder 5">
            <a:extLst>
              <a:ext uri="{FF2B5EF4-FFF2-40B4-BE49-F238E27FC236}">
                <a16:creationId xmlns:a16="http://schemas.microsoft.com/office/drawing/2014/main" id="{ACB253A9-634B-8CFC-48EE-B8E7CE7943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491E9F-7EA8-9E33-255D-22F05707B6F8}"/>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1050780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D71E0-23E9-2403-B44F-D1F109F31BB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D8BEBE8-67D7-2E05-59D6-5B27D1C7871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5AB6D40-18A6-C4DF-E87B-622C7D5BDDBE}"/>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5" name="Footer Placeholder 4">
            <a:extLst>
              <a:ext uri="{FF2B5EF4-FFF2-40B4-BE49-F238E27FC236}">
                <a16:creationId xmlns:a16="http://schemas.microsoft.com/office/drawing/2014/main" id="{CDD5DDCB-EA9C-C2CC-36DF-6D9AB86CA2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7CDE68-EA71-C84A-C6AD-442F6969DA94}"/>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2664872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3B3A63-E8FF-FC00-8284-FFF987A4BEB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E752D9A-4FF0-9533-DF96-D5ACB22A4DF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DAC78FB-139D-2898-BADC-C34A26BF9B70}"/>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5" name="Footer Placeholder 4">
            <a:extLst>
              <a:ext uri="{FF2B5EF4-FFF2-40B4-BE49-F238E27FC236}">
                <a16:creationId xmlns:a16="http://schemas.microsoft.com/office/drawing/2014/main" id="{2A4FB923-F66E-B673-008B-7CEF2482E7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2385B6-F7EE-9D16-A536-778A15F62305}"/>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1178468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99CC49-6420-F582-3CC2-5881986945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5221738-29B5-3736-4657-F180D9FCCA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11CF777-0034-B940-FE37-1FCA28592D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0B061E-8F2F-D342-BB88-8B219BD1F6BB}" type="datetimeFigureOut">
              <a:rPr lang="en-US" smtClean="0"/>
              <a:t>9/19/25</a:t>
            </a:fld>
            <a:endParaRPr lang="en-US"/>
          </a:p>
        </p:txBody>
      </p:sp>
      <p:sp>
        <p:nvSpPr>
          <p:cNvPr id="5" name="Footer Placeholder 4">
            <a:extLst>
              <a:ext uri="{FF2B5EF4-FFF2-40B4-BE49-F238E27FC236}">
                <a16:creationId xmlns:a16="http://schemas.microsoft.com/office/drawing/2014/main" id="{5911D2EE-B5C8-5738-9BBE-0618B41975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EF07C40-8495-88D9-FEBC-F4CF28719C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DB5BD0-B2D0-604A-B295-FE35C37A7747}" type="slidenum">
              <a:rPr lang="en-US" smtClean="0"/>
              <a:t>‹#›</a:t>
            </a:fld>
            <a:endParaRPr lang="en-US"/>
          </a:p>
        </p:txBody>
      </p:sp>
    </p:spTree>
    <p:extLst>
      <p:ext uri="{BB962C8B-B14F-4D97-AF65-F5344CB8AC3E}">
        <p14:creationId xmlns:p14="http://schemas.microsoft.com/office/powerpoint/2010/main" val="1815453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sv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7.sv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7.svg"/></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hpcondemand02.ada.nottingham.ac.uk/"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hyperlink" Target="https://uniofnottm.sharepoint.com/sites/DigitalResearch/SitePages/Ada-Commands-Partitions-and-Resources.aspx" TargetMode="External"/><Relationship Id="rId7"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www.nottingham.ac.uk/dts/help/self-service-portal/self-service-portal.aspx" TargetMode="External"/><Relationship Id="rId5" Type="http://schemas.openxmlformats.org/officeDocument/2006/relationships/hyperlink" Target="mailto:laura.dean@nottingham.ac.uk" TargetMode="External"/><Relationship Id="rId4" Type="http://schemas.openxmlformats.org/officeDocument/2006/relationships/hyperlink" Target="https://uniofnottm.sharepoint.com/sites/DigitalResearch/SitePages/Ada-Compute-software.asp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9" name="Rectangle 512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4" name="Picture 4" descr="Ada Lovelace">
            <a:extLst>
              <a:ext uri="{FF2B5EF4-FFF2-40B4-BE49-F238E27FC236}">
                <a16:creationId xmlns:a16="http://schemas.microsoft.com/office/drawing/2014/main" id="{C0E446BF-EC68-B7C9-80C2-E92547646B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162" r="26646" b="8309"/>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5131" name="Rectangle 513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57CE777-ABEB-6023-40DD-660DFBDCFEC6}"/>
              </a:ext>
            </a:extLst>
          </p:cNvPr>
          <p:cNvSpPr>
            <a:spLocks noGrp="1"/>
          </p:cNvSpPr>
          <p:nvPr>
            <p:ph type="ctrTitle"/>
          </p:nvPr>
        </p:nvSpPr>
        <p:spPr>
          <a:xfrm>
            <a:off x="477981" y="1122363"/>
            <a:ext cx="4023360" cy="3204134"/>
          </a:xfrm>
        </p:spPr>
        <p:txBody>
          <a:bodyPr vert="horz" lIns="91440" tIns="45720" rIns="91440" bIns="45720" rtlCol="0" anchor="b">
            <a:normAutofit/>
          </a:bodyPr>
          <a:lstStyle/>
          <a:p>
            <a:pPr algn="l"/>
            <a:r>
              <a:rPr lang="en-US" sz="4800" dirty="0">
                <a:solidFill>
                  <a:schemeClr val="bg1"/>
                </a:solidFill>
              </a:rPr>
              <a:t>Getting set up on the UoN HPC “Ada”</a:t>
            </a:r>
          </a:p>
        </p:txBody>
      </p:sp>
      <p:sp>
        <p:nvSpPr>
          <p:cNvPr id="5" name="TextBox 4">
            <a:extLst>
              <a:ext uri="{FF2B5EF4-FFF2-40B4-BE49-F238E27FC236}">
                <a16:creationId xmlns:a16="http://schemas.microsoft.com/office/drawing/2014/main" id="{31EADD31-250A-669C-CA6F-536A910C5B4C}"/>
              </a:ext>
            </a:extLst>
          </p:cNvPr>
          <p:cNvSpPr txBox="1"/>
          <p:nvPr/>
        </p:nvSpPr>
        <p:spPr>
          <a:xfrm>
            <a:off x="477981" y="5026456"/>
            <a:ext cx="3045507" cy="721055"/>
          </a:xfrm>
          <a:prstGeom prst="rect">
            <a:avLst/>
          </a:prstGeom>
        </p:spPr>
        <p:txBody>
          <a:bodyPr vert="horz" lIns="91440" tIns="45720" rIns="91440" bIns="45720" rtlCol="0">
            <a:normAutofit/>
          </a:bodyPr>
          <a:lstStyle/>
          <a:p>
            <a:pPr>
              <a:lnSpc>
                <a:spcPct val="90000"/>
              </a:lnSpc>
              <a:spcBef>
                <a:spcPts val="1000"/>
              </a:spcBef>
            </a:pPr>
            <a:r>
              <a:rPr lang="en-US" sz="3200">
                <a:solidFill>
                  <a:schemeClr val="bg1"/>
                </a:solidFill>
              </a:rPr>
              <a:t>LIFE4138</a:t>
            </a:r>
          </a:p>
        </p:txBody>
      </p:sp>
      <p:sp>
        <p:nvSpPr>
          <p:cNvPr id="5133" name="Rectangle 513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135" name="Rectangle 513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0020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1E3B7-9420-C6EC-E715-63091610D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04C88C-FFC5-B020-42A3-661BBE00752F}"/>
              </a:ext>
            </a:extLst>
          </p:cNvPr>
          <p:cNvSpPr>
            <a:spLocks noGrp="1"/>
          </p:cNvSpPr>
          <p:nvPr>
            <p:ph type="ctrTitle"/>
          </p:nvPr>
        </p:nvSpPr>
        <p:spPr>
          <a:xfrm>
            <a:off x="1523998" y="502081"/>
            <a:ext cx="9144000" cy="557441"/>
          </a:xfrm>
        </p:spPr>
        <p:txBody>
          <a:bodyPr>
            <a:noAutofit/>
          </a:bodyPr>
          <a:lstStyle/>
          <a:p>
            <a:r>
              <a:rPr lang="en-US" sz="3600" dirty="0"/>
              <a:t>Learning Objectives</a:t>
            </a:r>
          </a:p>
        </p:txBody>
      </p:sp>
      <p:sp>
        <p:nvSpPr>
          <p:cNvPr id="5" name="TextBox 4">
            <a:extLst>
              <a:ext uri="{FF2B5EF4-FFF2-40B4-BE49-F238E27FC236}">
                <a16:creationId xmlns:a16="http://schemas.microsoft.com/office/drawing/2014/main" id="{E529853A-E964-7B9A-D5BC-B3B7075AC096}"/>
              </a:ext>
            </a:extLst>
          </p:cNvPr>
          <p:cNvSpPr txBox="1"/>
          <p:nvPr/>
        </p:nvSpPr>
        <p:spPr>
          <a:xfrm>
            <a:off x="1224342" y="1405367"/>
            <a:ext cx="10147077" cy="447103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t>Understand what the HPC is</a:t>
            </a:r>
          </a:p>
          <a:p>
            <a:pPr marL="342900" indent="-342900">
              <a:lnSpc>
                <a:spcPct val="150000"/>
              </a:lnSpc>
              <a:buFont typeface="Arial" panose="020B0604020202020204" pitchFamily="34" charset="0"/>
              <a:buChar char="•"/>
            </a:pPr>
            <a:r>
              <a:rPr lang="en-US" sz="2400" dirty="0"/>
              <a:t>Understand what resources are available to you on the HPC</a:t>
            </a:r>
          </a:p>
          <a:p>
            <a:pPr marL="342900" indent="-342900">
              <a:lnSpc>
                <a:spcPct val="150000"/>
              </a:lnSpc>
              <a:buFont typeface="Arial" panose="020B0604020202020204" pitchFamily="34" charset="0"/>
              <a:buChar char="•"/>
            </a:pPr>
            <a:r>
              <a:rPr lang="en-US" sz="2400" dirty="0"/>
              <a:t>Understand what a terminal and shell are</a:t>
            </a:r>
          </a:p>
          <a:p>
            <a:pPr marL="342900" indent="-342900">
              <a:lnSpc>
                <a:spcPct val="150000"/>
              </a:lnSpc>
              <a:buFont typeface="Arial" panose="020B0604020202020204" pitchFamily="34" charset="0"/>
              <a:buChar char="•"/>
            </a:pPr>
            <a:r>
              <a:rPr lang="en-US" sz="2400" dirty="0"/>
              <a:t>Understand what the ssh command does and how to use it</a:t>
            </a:r>
          </a:p>
          <a:p>
            <a:pPr marL="342900" indent="-342900">
              <a:lnSpc>
                <a:spcPct val="150000"/>
              </a:lnSpc>
              <a:buFont typeface="Arial" panose="020B0604020202020204" pitchFamily="34" charset="0"/>
              <a:buChar char="•"/>
            </a:pPr>
            <a:r>
              <a:rPr lang="en-US" sz="2400" dirty="0"/>
              <a:t>Successfully use ssh to login to your Ada account</a:t>
            </a:r>
          </a:p>
          <a:p>
            <a:pPr marL="342900" indent="-342900">
              <a:lnSpc>
                <a:spcPct val="150000"/>
              </a:lnSpc>
              <a:buFont typeface="Arial" panose="020B0604020202020204" pitchFamily="34" charset="0"/>
              <a:buChar char="•"/>
            </a:pPr>
            <a:r>
              <a:rPr lang="en-US" sz="2400" dirty="0"/>
              <a:t>Understand what an ssh config file is</a:t>
            </a:r>
          </a:p>
          <a:p>
            <a:pPr marL="342900" indent="-342900">
              <a:lnSpc>
                <a:spcPct val="150000"/>
              </a:lnSpc>
              <a:buFont typeface="Arial" panose="020B0604020202020204" pitchFamily="34" charset="0"/>
              <a:buChar char="•"/>
            </a:pPr>
            <a:r>
              <a:rPr lang="en-US" sz="2400" dirty="0"/>
              <a:t>Create and use an ssh config file to login to Ada</a:t>
            </a:r>
          </a:p>
          <a:p>
            <a:pPr marL="342900" indent="-342900">
              <a:lnSpc>
                <a:spcPct val="150000"/>
              </a:lnSpc>
              <a:buFont typeface="Arial" panose="020B0604020202020204" pitchFamily="34" charset="0"/>
              <a:buChar char="•"/>
            </a:pPr>
            <a:r>
              <a:rPr lang="en-US" sz="2400" dirty="0"/>
              <a:t>Know where to go for further support with the HPC</a:t>
            </a:r>
          </a:p>
        </p:txBody>
      </p:sp>
    </p:spTree>
    <p:extLst>
      <p:ext uri="{BB962C8B-B14F-4D97-AF65-F5344CB8AC3E}">
        <p14:creationId xmlns:p14="http://schemas.microsoft.com/office/powerpoint/2010/main" val="1839439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BCAD-4423-A6AB-9D1D-2DF8EB845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C2960-1BAE-ED29-55ED-1C2BB2D555A4}"/>
              </a:ext>
            </a:extLst>
          </p:cNvPr>
          <p:cNvSpPr>
            <a:spLocks noGrp="1"/>
          </p:cNvSpPr>
          <p:nvPr>
            <p:ph type="ctrTitle"/>
          </p:nvPr>
        </p:nvSpPr>
        <p:spPr>
          <a:xfrm>
            <a:off x="1524000" y="95695"/>
            <a:ext cx="9144000" cy="557441"/>
          </a:xfrm>
        </p:spPr>
        <p:txBody>
          <a:bodyPr>
            <a:normAutofit fontScale="90000"/>
          </a:bodyPr>
          <a:lstStyle/>
          <a:p>
            <a:r>
              <a:rPr lang="en-US" sz="3600" dirty="0"/>
              <a:t>What is a HPC?</a:t>
            </a:r>
          </a:p>
        </p:txBody>
      </p:sp>
      <p:sp>
        <p:nvSpPr>
          <p:cNvPr id="5" name="TextBox 4">
            <a:extLst>
              <a:ext uri="{FF2B5EF4-FFF2-40B4-BE49-F238E27FC236}">
                <a16:creationId xmlns:a16="http://schemas.microsoft.com/office/drawing/2014/main" id="{096621E9-E2D0-76D4-5C7B-47BE03336CD9}"/>
              </a:ext>
            </a:extLst>
          </p:cNvPr>
          <p:cNvSpPr txBox="1"/>
          <p:nvPr/>
        </p:nvSpPr>
        <p:spPr>
          <a:xfrm>
            <a:off x="1330037" y="867928"/>
            <a:ext cx="10147077" cy="235622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HPC =  high performance computer (sometimes called cluster, server, super-computer)</a:t>
            </a:r>
          </a:p>
          <a:p>
            <a:pPr marL="285750" indent="-285750">
              <a:lnSpc>
                <a:spcPct val="150000"/>
              </a:lnSpc>
              <a:buFont typeface="Arial" panose="020B0604020202020204" pitchFamily="34" charset="0"/>
              <a:buChar char="•"/>
            </a:pPr>
            <a:r>
              <a:rPr lang="en-US" sz="2000" dirty="0"/>
              <a:t>Connect to it remotely from your terminal</a:t>
            </a:r>
          </a:p>
          <a:p>
            <a:pPr marL="285750" indent="-285750">
              <a:lnSpc>
                <a:spcPct val="150000"/>
              </a:lnSpc>
              <a:buFont typeface="Arial" panose="020B0604020202020204" pitchFamily="34" charset="0"/>
              <a:buChar char="•"/>
            </a:pPr>
            <a:r>
              <a:rPr lang="en-US" sz="2000" dirty="0">
                <a:solidFill>
                  <a:schemeClr val="accent5"/>
                </a:solidFill>
              </a:rPr>
              <a:t>Login nodes </a:t>
            </a:r>
            <a:r>
              <a:rPr lang="en-US" sz="2000" dirty="0"/>
              <a:t>= less powerful than your phone! (used only for logging in, submitting jobs and very quick tasks e.g. viewing output files)</a:t>
            </a:r>
          </a:p>
          <a:p>
            <a:pPr marL="285750" indent="-285750">
              <a:lnSpc>
                <a:spcPct val="150000"/>
              </a:lnSpc>
              <a:buFont typeface="Arial" panose="020B0604020202020204" pitchFamily="34" charset="0"/>
              <a:buChar char="•"/>
            </a:pPr>
            <a:r>
              <a:rPr lang="en-US" sz="2000" dirty="0">
                <a:solidFill>
                  <a:schemeClr val="accent5"/>
                </a:solidFill>
              </a:rPr>
              <a:t>Compute nodes </a:t>
            </a:r>
            <a:r>
              <a:rPr lang="en-US" sz="2000" dirty="0"/>
              <a:t>= EXTREME POWER!</a:t>
            </a:r>
          </a:p>
        </p:txBody>
      </p:sp>
      <p:pic>
        <p:nvPicPr>
          <p:cNvPr id="3" name="Picture 4" descr="Three Approaches to HPC and AI Convergence - IT Peer Network">
            <a:extLst>
              <a:ext uri="{FF2B5EF4-FFF2-40B4-BE49-F238E27FC236}">
                <a16:creationId xmlns:a16="http://schemas.microsoft.com/office/drawing/2014/main" id="{A54B0EFD-A492-A7F0-2257-D52FD7A221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9156"/>
          <a:stretch/>
        </p:blipFill>
        <p:spPr bwMode="auto">
          <a:xfrm>
            <a:off x="1774359" y="3633850"/>
            <a:ext cx="8643281" cy="2958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1374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EDD48-BD17-6BB1-F4E7-32B57EA84C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C2C399-3929-D752-E6C4-6CD6831DEEA9}"/>
              </a:ext>
            </a:extLst>
          </p:cNvPr>
          <p:cNvSpPr>
            <a:spLocks noGrp="1"/>
          </p:cNvSpPr>
          <p:nvPr>
            <p:ph type="ctrTitle"/>
          </p:nvPr>
        </p:nvSpPr>
        <p:spPr>
          <a:xfrm>
            <a:off x="1524000" y="310487"/>
            <a:ext cx="9144000" cy="557441"/>
          </a:xfrm>
        </p:spPr>
        <p:txBody>
          <a:bodyPr>
            <a:normAutofit fontScale="90000"/>
          </a:bodyPr>
          <a:lstStyle/>
          <a:p>
            <a:r>
              <a:rPr lang="en-US" sz="3600" dirty="0"/>
              <a:t>Resources on Ada</a:t>
            </a:r>
          </a:p>
        </p:txBody>
      </p:sp>
      <p:sp>
        <p:nvSpPr>
          <p:cNvPr id="5" name="TextBox 4">
            <a:extLst>
              <a:ext uri="{FF2B5EF4-FFF2-40B4-BE49-F238E27FC236}">
                <a16:creationId xmlns:a16="http://schemas.microsoft.com/office/drawing/2014/main" id="{8D7EA3EB-F46B-981F-D3BA-C93DF9DCCF8C}"/>
              </a:ext>
            </a:extLst>
          </p:cNvPr>
          <p:cNvSpPr txBox="1"/>
          <p:nvPr/>
        </p:nvSpPr>
        <p:spPr>
          <a:xfrm>
            <a:off x="862802" y="1687634"/>
            <a:ext cx="10147077" cy="37412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accent5"/>
                </a:solidFill>
              </a:rPr>
              <a:t>Login nodes </a:t>
            </a:r>
            <a:r>
              <a:rPr lang="en-US" sz="2000" dirty="0"/>
              <a:t>= </a:t>
            </a:r>
          </a:p>
          <a:p>
            <a:pPr marL="1200150" lvl="2" indent="-285750">
              <a:lnSpc>
                <a:spcPct val="150000"/>
              </a:lnSpc>
              <a:buFont typeface="Arial" panose="020B0604020202020204" pitchFamily="34" charset="0"/>
              <a:buChar char="•"/>
            </a:pPr>
            <a:r>
              <a:rPr lang="en-US" sz="2000" dirty="0"/>
              <a:t>hpclogin01</a:t>
            </a:r>
          </a:p>
          <a:p>
            <a:pPr marL="1200150" lvl="2" indent="-285750">
              <a:lnSpc>
                <a:spcPct val="150000"/>
              </a:lnSpc>
              <a:buFont typeface="Arial" panose="020B0604020202020204" pitchFamily="34" charset="0"/>
              <a:buChar char="•"/>
            </a:pPr>
            <a:r>
              <a:rPr lang="en-US" sz="2000" dirty="0"/>
              <a:t>hpclogin02</a:t>
            </a:r>
          </a:p>
          <a:p>
            <a:pPr marL="285750" indent="-285750">
              <a:lnSpc>
                <a:spcPct val="150000"/>
              </a:lnSpc>
              <a:buFont typeface="Arial" panose="020B0604020202020204" pitchFamily="34" charset="0"/>
              <a:buChar char="•"/>
            </a:pPr>
            <a:r>
              <a:rPr lang="en-US" sz="2000" dirty="0">
                <a:solidFill>
                  <a:schemeClr val="accent5"/>
                </a:solidFill>
              </a:rPr>
              <a:t>Compute nodes </a:t>
            </a:r>
            <a:r>
              <a:rPr lang="en-US" sz="2000" dirty="0"/>
              <a:t>=</a:t>
            </a:r>
          </a:p>
          <a:p>
            <a:pPr marL="1200150" lvl="2" indent="-285750">
              <a:lnSpc>
                <a:spcPct val="150000"/>
              </a:lnSpc>
              <a:buFont typeface="Arial" panose="020B0604020202020204" pitchFamily="34" charset="0"/>
              <a:buChar char="•"/>
            </a:pPr>
            <a:r>
              <a:rPr lang="en-US" sz="2000" dirty="0"/>
              <a:t>63 standard nodes, each with 96 cores &amp; 361 GB RAM</a:t>
            </a:r>
          </a:p>
          <a:p>
            <a:pPr marL="1200150" lvl="2" indent="-285750">
              <a:lnSpc>
                <a:spcPct val="150000"/>
              </a:lnSpc>
              <a:buFont typeface="Arial" panose="020B0604020202020204" pitchFamily="34" charset="0"/>
              <a:buChar char="•"/>
            </a:pPr>
            <a:r>
              <a:rPr lang="en-US" sz="2000" dirty="0"/>
              <a:t>10 high-memory nodes, each with 96 cores &amp; 1495 GB RAM</a:t>
            </a:r>
          </a:p>
          <a:p>
            <a:pPr marL="1200150" lvl="2" indent="-285750">
              <a:lnSpc>
                <a:spcPct val="150000"/>
              </a:lnSpc>
              <a:buFont typeface="Arial" panose="020B0604020202020204" pitchFamily="34" charset="0"/>
              <a:buChar char="•"/>
            </a:pPr>
            <a:r>
              <a:rPr lang="en-US" sz="2000" dirty="0"/>
              <a:t>4 GPGPU nodes, each with 96 cores, 747 GB RAM &amp; </a:t>
            </a:r>
            <a:r>
              <a:rPr lang="en-GB" sz="2000" dirty="0"/>
              <a:t>8 Nvidia A100 GPUs, with 80GB GPU memory each.</a:t>
            </a:r>
            <a:endParaRPr lang="en-US" sz="2000" dirty="0"/>
          </a:p>
        </p:txBody>
      </p:sp>
      <p:pic>
        <p:nvPicPr>
          <p:cNvPr id="2050" name="Picture 2" descr="Google Built the Most Powerful Computer in the World. Here's Why You Should  Be Very Worried">
            <a:extLst>
              <a:ext uri="{FF2B5EF4-FFF2-40B4-BE49-F238E27FC236}">
                <a16:creationId xmlns:a16="http://schemas.microsoft.com/office/drawing/2014/main" id="{B387EE64-DBF5-7FAD-F886-A4260E04CC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4628" y="1317424"/>
            <a:ext cx="6473372" cy="1953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670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A51E26-6349-1966-C60E-67FAEAC83F2A}"/>
              </a:ext>
            </a:extLst>
          </p:cNvPr>
          <p:cNvSpPr txBox="1"/>
          <p:nvPr/>
        </p:nvSpPr>
        <p:spPr>
          <a:xfrm>
            <a:off x="642051" y="1919905"/>
            <a:ext cx="7204363" cy="3631763"/>
          </a:xfrm>
          <a:prstGeom prst="rect">
            <a:avLst/>
          </a:prstGeom>
          <a:noFill/>
        </p:spPr>
        <p:txBody>
          <a:bodyPr wrap="square">
            <a:spAutoFit/>
          </a:bodyPr>
          <a:lstStyle/>
          <a:p>
            <a:pPr algn="l">
              <a:lnSpc>
                <a:spcPct val="150000"/>
              </a:lnSpc>
              <a:spcAft>
                <a:spcPts val="1200"/>
              </a:spcAft>
            </a:pPr>
            <a:r>
              <a:rPr lang="en-GB" sz="2400" b="1" i="0" dirty="0">
                <a:solidFill>
                  <a:srgbClr val="323130"/>
                </a:solidFill>
                <a:effectLst/>
                <a:latin typeface="Segoe UI" panose="020B0502040204020203" pitchFamily="34" charset="0"/>
              </a:rPr>
              <a:t>The Exploration tier gives the exploration user: </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simultaneous use of up to 96 CPU cores</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360 GB memory (RAM)</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Job lengths of up to 2 days.</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1TB of storage (disk space) by default.</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Exploration tier users that need extra resource will be advised to apply for the ‘production’ tier.</a:t>
            </a:r>
          </a:p>
        </p:txBody>
      </p:sp>
      <p:sp>
        <p:nvSpPr>
          <p:cNvPr id="6" name="Title 1">
            <a:extLst>
              <a:ext uri="{FF2B5EF4-FFF2-40B4-BE49-F238E27FC236}">
                <a16:creationId xmlns:a16="http://schemas.microsoft.com/office/drawing/2014/main" id="{FE8A0E26-2C96-7DC4-D325-B9657D319786}"/>
              </a:ext>
            </a:extLst>
          </p:cNvPr>
          <p:cNvSpPr txBox="1">
            <a:spLocks/>
          </p:cNvSpPr>
          <p:nvPr/>
        </p:nvSpPr>
        <p:spPr>
          <a:xfrm>
            <a:off x="1520327" y="205535"/>
            <a:ext cx="9144000" cy="557441"/>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t>Exploration tier</a:t>
            </a:r>
            <a:r>
              <a:rPr lang="en-US" sz="3600" dirty="0">
                <a:sym typeface="Wingdings" pitchFamily="2" charset="2"/>
              </a:rPr>
              <a:t> (your accounts semesters 1 &amp; 2)</a:t>
            </a:r>
            <a:endParaRPr lang="en-US" sz="3600" dirty="0"/>
          </a:p>
        </p:txBody>
      </p:sp>
      <p:sp>
        <p:nvSpPr>
          <p:cNvPr id="8" name="TextBox 7">
            <a:extLst>
              <a:ext uri="{FF2B5EF4-FFF2-40B4-BE49-F238E27FC236}">
                <a16:creationId xmlns:a16="http://schemas.microsoft.com/office/drawing/2014/main" id="{C9B72639-31F1-2990-4562-5C47DC97D661}"/>
              </a:ext>
            </a:extLst>
          </p:cNvPr>
          <p:cNvSpPr txBox="1"/>
          <p:nvPr/>
        </p:nvSpPr>
        <p:spPr>
          <a:xfrm>
            <a:off x="1314345" y="913180"/>
            <a:ext cx="9555963" cy="461665"/>
          </a:xfrm>
          <a:prstGeom prst="rect">
            <a:avLst/>
          </a:prstGeom>
          <a:noFill/>
        </p:spPr>
        <p:txBody>
          <a:bodyPr wrap="square">
            <a:spAutoFit/>
          </a:bodyPr>
          <a:lstStyle/>
          <a:p>
            <a:pPr algn="l"/>
            <a:r>
              <a:rPr lang="en-GB" sz="2400" b="0" i="0" dirty="0">
                <a:solidFill>
                  <a:srgbClr val="323130"/>
                </a:solidFill>
                <a:effectLst/>
                <a:latin typeface="Segoe UI" panose="020B0502040204020203" pitchFamily="34" charset="0"/>
              </a:rPr>
              <a:t>This tier gives you a ‘sandpit’ where you can develop your HPC skills.</a:t>
            </a:r>
          </a:p>
        </p:txBody>
      </p:sp>
      <p:pic>
        <p:nvPicPr>
          <p:cNvPr id="2052" name="Picture 4" descr="Premium Vector | Illustration an Explorer with hat and backpack">
            <a:extLst>
              <a:ext uri="{FF2B5EF4-FFF2-40B4-BE49-F238E27FC236}">
                <a16:creationId xmlns:a16="http://schemas.microsoft.com/office/drawing/2014/main" id="{433401A8-F508-6B99-B454-6F3E2BE56B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566" t="7071" r="26566" b="7273"/>
          <a:stretch/>
        </p:blipFill>
        <p:spPr bwMode="auto">
          <a:xfrm>
            <a:off x="8049368" y="1615104"/>
            <a:ext cx="2474700" cy="4522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7301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04F43-F29E-DA16-231A-83282C405E6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820866B-F066-8714-B1C7-98C44C804A4A}"/>
              </a:ext>
            </a:extLst>
          </p:cNvPr>
          <p:cNvSpPr txBox="1"/>
          <p:nvPr/>
        </p:nvSpPr>
        <p:spPr>
          <a:xfrm>
            <a:off x="540451" y="2085916"/>
            <a:ext cx="6636204" cy="4001095"/>
          </a:xfrm>
          <a:prstGeom prst="rect">
            <a:avLst/>
          </a:prstGeom>
          <a:noFill/>
        </p:spPr>
        <p:txBody>
          <a:bodyPr wrap="square">
            <a:spAutoFit/>
          </a:bodyPr>
          <a:lstStyle/>
          <a:p>
            <a:pPr algn="l">
              <a:lnSpc>
                <a:spcPct val="150000"/>
              </a:lnSpc>
              <a:spcAft>
                <a:spcPts val="1200"/>
              </a:spcAft>
            </a:pPr>
            <a:r>
              <a:rPr lang="en-GB" sz="2400" b="1" i="0" dirty="0">
                <a:solidFill>
                  <a:srgbClr val="323130"/>
                </a:solidFill>
                <a:effectLst/>
                <a:latin typeface="Segoe UI" panose="020B0502040204020203" pitchFamily="34" charset="0"/>
              </a:rPr>
              <a:t>Production tier gives the production user:</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Simultaneous use of up to 600 CPU cores</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3000 GB memory (RAM).</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Job lengths of up to 7 days</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1TB of storage (disk space) by default.</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Production users can also apply for larger limits on CPU cores, memory (RAM), and storage, and all requests will be considered.</a:t>
            </a:r>
          </a:p>
        </p:txBody>
      </p:sp>
      <p:sp>
        <p:nvSpPr>
          <p:cNvPr id="6" name="Title 1">
            <a:extLst>
              <a:ext uri="{FF2B5EF4-FFF2-40B4-BE49-F238E27FC236}">
                <a16:creationId xmlns:a16="http://schemas.microsoft.com/office/drawing/2014/main" id="{A5F08A85-55ED-CF06-41AF-92210DA05A44}"/>
              </a:ext>
            </a:extLst>
          </p:cNvPr>
          <p:cNvSpPr txBox="1">
            <a:spLocks/>
          </p:cNvSpPr>
          <p:nvPr/>
        </p:nvSpPr>
        <p:spPr>
          <a:xfrm>
            <a:off x="1520327" y="205535"/>
            <a:ext cx="9144000" cy="557441"/>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t>Production tier</a:t>
            </a:r>
            <a:r>
              <a:rPr lang="en-US" sz="3600" dirty="0">
                <a:sym typeface="Wingdings" pitchFamily="2" charset="2"/>
              </a:rPr>
              <a:t> (your accounts semester 3)</a:t>
            </a:r>
            <a:endParaRPr lang="en-US" sz="3600" dirty="0"/>
          </a:p>
        </p:txBody>
      </p:sp>
      <p:sp>
        <p:nvSpPr>
          <p:cNvPr id="8" name="TextBox 7">
            <a:extLst>
              <a:ext uri="{FF2B5EF4-FFF2-40B4-BE49-F238E27FC236}">
                <a16:creationId xmlns:a16="http://schemas.microsoft.com/office/drawing/2014/main" id="{8F2027BA-9C66-4E6A-7890-45DF40AAD349}"/>
              </a:ext>
            </a:extLst>
          </p:cNvPr>
          <p:cNvSpPr txBox="1"/>
          <p:nvPr/>
        </p:nvSpPr>
        <p:spPr>
          <a:xfrm>
            <a:off x="540451" y="913180"/>
            <a:ext cx="11277600" cy="830997"/>
          </a:xfrm>
          <a:prstGeom prst="rect">
            <a:avLst/>
          </a:prstGeom>
          <a:noFill/>
        </p:spPr>
        <p:txBody>
          <a:bodyPr wrap="square">
            <a:spAutoFit/>
          </a:bodyPr>
          <a:lstStyle/>
          <a:p>
            <a:pPr algn="l"/>
            <a:r>
              <a:rPr lang="en-GB" sz="2400" b="0" i="0" dirty="0">
                <a:solidFill>
                  <a:srgbClr val="323130"/>
                </a:solidFill>
                <a:effectLst/>
                <a:latin typeface="Segoe UI" panose="020B0502040204020203" pitchFamily="34" charset="0"/>
              </a:rPr>
              <a:t>The </a:t>
            </a:r>
            <a:r>
              <a:rPr lang="en-GB" sz="2400" b="1" i="0" dirty="0">
                <a:solidFill>
                  <a:srgbClr val="323130"/>
                </a:solidFill>
                <a:effectLst/>
                <a:latin typeface="Segoe UI" panose="020B0502040204020203" pitchFamily="34" charset="0"/>
              </a:rPr>
              <a:t>Production</a:t>
            </a:r>
            <a:r>
              <a:rPr lang="en-GB" sz="2400" b="0" i="0" dirty="0">
                <a:solidFill>
                  <a:srgbClr val="323130"/>
                </a:solidFill>
                <a:effectLst/>
                <a:latin typeface="Segoe UI" panose="020B0502040204020203" pitchFamily="34" charset="0"/>
              </a:rPr>
              <a:t> tier is for university research projects, where you and your project team have existing HPC user experience.</a:t>
            </a:r>
          </a:p>
        </p:txBody>
      </p:sp>
      <p:pic>
        <p:nvPicPr>
          <p:cNvPr id="4098" name="Picture 2" descr="Why Production Monitoring Makes Sense for Your Business | Retail News Asia">
            <a:extLst>
              <a:ext uri="{FF2B5EF4-FFF2-40B4-BE49-F238E27FC236}">
                <a16:creationId xmlns:a16="http://schemas.microsoft.com/office/drawing/2014/main" id="{3ADA0F42-4359-17DF-E5C5-DC94145FF5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8098" y="2407332"/>
            <a:ext cx="4407786" cy="2937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512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86C56-E8FC-A356-BBED-61D7078EAD46}"/>
            </a:ext>
          </a:extLst>
        </p:cNvPr>
        <p:cNvGrpSpPr/>
        <p:nvPr/>
      </p:nvGrpSpPr>
      <p:grpSpPr>
        <a:xfrm>
          <a:off x="0" y="0"/>
          <a:ext cx="0" cy="0"/>
          <a:chOff x="0" y="0"/>
          <a:chExt cx="0" cy="0"/>
        </a:xfrm>
      </p:grpSpPr>
      <p:pic>
        <p:nvPicPr>
          <p:cNvPr id="3074" name="Picture 2" descr="6,500+ Dont Know Where To Start Stock Photos, Pictures &amp; Royalty-Free  Images - iStock">
            <a:extLst>
              <a:ext uri="{FF2B5EF4-FFF2-40B4-BE49-F238E27FC236}">
                <a16:creationId xmlns:a16="http://schemas.microsoft.com/office/drawing/2014/main" id="{84F24D9E-EC06-0255-DB80-4DF497DAA4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079500"/>
            <a:ext cx="7772400" cy="469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3866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A667C-1F1D-D023-537D-ECC3FCA8D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932E7-5DBD-0C5C-892A-91D9A1F4AA19}"/>
              </a:ext>
            </a:extLst>
          </p:cNvPr>
          <p:cNvSpPr>
            <a:spLocks noGrp="1"/>
          </p:cNvSpPr>
          <p:nvPr>
            <p:ph type="ctrTitle"/>
          </p:nvPr>
        </p:nvSpPr>
        <p:spPr>
          <a:xfrm>
            <a:off x="1309627" y="212178"/>
            <a:ext cx="9144000" cy="557441"/>
          </a:xfrm>
        </p:spPr>
        <p:txBody>
          <a:bodyPr>
            <a:normAutofit fontScale="90000"/>
          </a:bodyPr>
          <a:lstStyle/>
          <a:p>
            <a:r>
              <a:rPr lang="en-US" sz="3600" dirty="0"/>
              <a:t>The terminal</a:t>
            </a:r>
          </a:p>
        </p:txBody>
      </p:sp>
      <p:pic>
        <p:nvPicPr>
          <p:cNvPr id="3" name="Picture 2">
            <a:extLst>
              <a:ext uri="{FF2B5EF4-FFF2-40B4-BE49-F238E27FC236}">
                <a16:creationId xmlns:a16="http://schemas.microsoft.com/office/drawing/2014/main" id="{5C8E8E51-723E-129C-DC5E-71FB76C85D45}"/>
              </a:ext>
            </a:extLst>
          </p:cNvPr>
          <p:cNvPicPr>
            <a:picLocks noChangeAspect="1"/>
          </p:cNvPicPr>
          <p:nvPr/>
        </p:nvPicPr>
        <p:blipFill>
          <a:blip r:embed="rId3"/>
          <a:srcRect b="66961"/>
          <a:stretch>
            <a:fillRect/>
          </a:stretch>
        </p:blipFill>
        <p:spPr>
          <a:xfrm>
            <a:off x="1309627" y="4864723"/>
            <a:ext cx="8745844" cy="1781099"/>
          </a:xfrm>
          <a:prstGeom prst="rect">
            <a:avLst/>
          </a:prstGeom>
        </p:spPr>
      </p:pic>
      <p:sp>
        <p:nvSpPr>
          <p:cNvPr id="4" name="TextBox 3">
            <a:extLst>
              <a:ext uri="{FF2B5EF4-FFF2-40B4-BE49-F238E27FC236}">
                <a16:creationId xmlns:a16="http://schemas.microsoft.com/office/drawing/2014/main" id="{EDF305EC-8534-A485-FD51-F6B692EB579C}"/>
              </a:ext>
            </a:extLst>
          </p:cNvPr>
          <p:cNvSpPr txBox="1"/>
          <p:nvPr/>
        </p:nvSpPr>
        <p:spPr>
          <a:xfrm>
            <a:off x="323850" y="954628"/>
            <a:ext cx="11544300" cy="37412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A terminal is a command line interface or CLI</a:t>
            </a:r>
          </a:p>
          <a:p>
            <a:pPr marL="285750" indent="-285750">
              <a:lnSpc>
                <a:spcPct val="150000"/>
              </a:lnSpc>
              <a:buFont typeface="Arial" panose="020B0604020202020204" pitchFamily="34" charset="0"/>
              <a:buChar char="•"/>
            </a:pPr>
            <a:r>
              <a:rPr lang="en-US" sz="2000" dirty="0"/>
              <a:t>It allows you to have text &amp; command-based interaction with your computer</a:t>
            </a:r>
          </a:p>
          <a:p>
            <a:pPr marL="285750" indent="-285750">
              <a:lnSpc>
                <a:spcPct val="150000"/>
              </a:lnSpc>
              <a:buFont typeface="Arial" panose="020B0604020202020204" pitchFamily="34" charset="0"/>
              <a:buChar char="•"/>
            </a:pPr>
            <a:r>
              <a:rPr lang="en-US" sz="2000" dirty="0"/>
              <a:t>It’s essentially a box where you can type things</a:t>
            </a:r>
          </a:p>
          <a:p>
            <a:pPr marL="285750" indent="-285750">
              <a:lnSpc>
                <a:spcPct val="150000"/>
              </a:lnSpc>
              <a:buFont typeface="Arial" panose="020B0604020202020204" pitchFamily="34" charset="0"/>
              <a:buChar char="•"/>
            </a:pPr>
            <a:r>
              <a:rPr lang="en-US" sz="2000" dirty="0"/>
              <a:t>Similar to a graphical user interface (GUI), which is menu-driven and what you are probably used to.</a:t>
            </a:r>
          </a:p>
          <a:p>
            <a:pPr marL="285750" indent="-285750">
              <a:lnSpc>
                <a:spcPct val="150000"/>
              </a:lnSpc>
              <a:buFont typeface="Arial" panose="020B0604020202020204" pitchFamily="34" charset="0"/>
              <a:buChar char="•"/>
            </a:pPr>
            <a:r>
              <a:rPr lang="en-US" sz="2000" dirty="0"/>
              <a:t>A CLI sends your typed commands to a shell</a:t>
            </a:r>
          </a:p>
          <a:p>
            <a:pPr marL="285750" indent="-285750">
              <a:lnSpc>
                <a:spcPct val="150000"/>
              </a:lnSpc>
              <a:buFont typeface="Arial" panose="020B0604020202020204" pitchFamily="34" charset="0"/>
              <a:buChar char="•"/>
            </a:pPr>
            <a:r>
              <a:rPr lang="en-US" sz="2000" dirty="0"/>
              <a:t>The shell interprets and executes the commands</a:t>
            </a:r>
          </a:p>
          <a:p>
            <a:pPr marL="285750" indent="-285750">
              <a:lnSpc>
                <a:spcPct val="150000"/>
              </a:lnSpc>
              <a:buFont typeface="Arial" panose="020B0604020202020204" pitchFamily="34" charset="0"/>
              <a:buChar char="•"/>
            </a:pPr>
            <a:r>
              <a:rPr lang="en-US" sz="2000" dirty="0"/>
              <a:t>This is basically all happening in the background when you run a GUI on your computer anyway, you just don’t see it!</a:t>
            </a:r>
          </a:p>
        </p:txBody>
      </p:sp>
    </p:spTree>
    <p:extLst>
      <p:ext uri="{BB962C8B-B14F-4D97-AF65-F5344CB8AC3E}">
        <p14:creationId xmlns:p14="http://schemas.microsoft.com/office/powerpoint/2010/main" val="1289251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ACEE6-6FB4-E1F9-3B53-1FB3C41A81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8029B-1108-7032-18C8-6B10CE3A791F}"/>
              </a:ext>
            </a:extLst>
          </p:cNvPr>
          <p:cNvSpPr>
            <a:spLocks noGrp="1"/>
          </p:cNvSpPr>
          <p:nvPr>
            <p:ph type="ctrTitle"/>
          </p:nvPr>
        </p:nvSpPr>
        <p:spPr>
          <a:xfrm>
            <a:off x="1309627" y="212178"/>
            <a:ext cx="9144000" cy="557441"/>
          </a:xfrm>
        </p:spPr>
        <p:txBody>
          <a:bodyPr>
            <a:normAutofit fontScale="90000"/>
          </a:bodyPr>
          <a:lstStyle/>
          <a:p>
            <a:r>
              <a:rPr lang="en-US" sz="3600" dirty="0"/>
              <a:t>The terminal</a:t>
            </a:r>
          </a:p>
        </p:txBody>
      </p:sp>
      <p:grpSp>
        <p:nvGrpSpPr>
          <p:cNvPr id="18" name="Group 17">
            <a:extLst>
              <a:ext uri="{FF2B5EF4-FFF2-40B4-BE49-F238E27FC236}">
                <a16:creationId xmlns:a16="http://schemas.microsoft.com/office/drawing/2014/main" id="{3FE766B4-0496-BB38-D8D3-51F3DC86FFFA}"/>
              </a:ext>
            </a:extLst>
          </p:cNvPr>
          <p:cNvGrpSpPr/>
          <p:nvPr/>
        </p:nvGrpSpPr>
        <p:grpSpPr>
          <a:xfrm>
            <a:off x="184401" y="1048845"/>
            <a:ext cx="9807122" cy="5596977"/>
            <a:chOff x="1049564" y="1279694"/>
            <a:chExt cx="9807122" cy="5596977"/>
          </a:xfrm>
        </p:grpSpPr>
        <p:grpSp>
          <p:nvGrpSpPr>
            <p:cNvPr id="13" name="Group 12">
              <a:extLst>
                <a:ext uri="{FF2B5EF4-FFF2-40B4-BE49-F238E27FC236}">
                  <a16:creationId xmlns:a16="http://schemas.microsoft.com/office/drawing/2014/main" id="{BBB71C57-9909-6A76-086B-F46CFCDDC2B1}"/>
                </a:ext>
              </a:extLst>
            </p:cNvPr>
            <p:cNvGrpSpPr/>
            <p:nvPr/>
          </p:nvGrpSpPr>
          <p:grpSpPr>
            <a:xfrm>
              <a:off x="1707783" y="1279694"/>
              <a:ext cx="8745844" cy="3611620"/>
              <a:chOff x="1707783" y="1628037"/>
              <a:chExt cx="8745844" cy="3611620"/>
            </a:xfrm>
          </p:grpSpPr>
          <p:pic>
            <p:nvPicPr>
              <p:cNvPr id="3" name="Picture 2">
                <a:extLst>
                  <a:ext uri="{FF2B5EF4-FFF2-40B4-BE49-F238E27FC236}">
                    <a16:creationId xmlns:a16="http://schemas.microsoft.com/office/drawing/2014/main" id="{DD96B3EB-6F35-54AE-5C57-ECFE79F38D37}"/>
                  </a:ext>
                </a:extLst>
              </p:cNvPr>
              <p:cNvPicPr>
                <a:picLocks noChangeAspect="1"/>
              </p:cNvPicPr>
              <p:nvPr/>
            </p:nvPicPr>
            <p:blipFill>
              <a:blip r:embed="rId3"/>
              <a:srcRect t="1" b="41082"/>
              <a:stretch>
                <a:fillRect/>
              </a:stretch>
            </p:blipFill>
            <p:spPr>
              <a:xfrm>
                <a:off x="1707783" y="1628037"/>
                <a:ext cx="8745844" cy="3176191"/>
              </a:xfrm>
              <a:prstGeom prst="rect">
                <a:avLst/>
              </a:prstGeom>
            </p:spPr>
          </p:pic>
          <p:cxnSp>
            <p:nvCxnSpPr>
              <p:cNvPr id="7" name="Straight Connector 6">
                <a:extLst>
                  <a:ext uri="{FF2B5EF4-FFF2-40B4-BE49-F238E27FC236}">
                    <a16:creationId xmlns:a16="http://schemas.microsoft.com/office/drawing/2014/main" id="{EDAF457C-4B26-160A-EA8A-66C0B7D4C486}"/>
                  </a:ext>
                </a:extLst>
              </p:cNvPr>
              <p:cNvCxnSpPr/>
              <p:nvPr/>
            </p:nvCxnSpPr>
            <p:spPr>
              <a:xfrm>
                <a:off x="1828800" y="2636322"/>
                <a:ext cx="2826327"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8" name="Oval 7">
                <a:extLst>
                  <a:ext uri="{FF2B5EF4-FFF2-40B4-BE49-F238E27FC236}">
                    <a16:creationId xmlns:a16="http://schemas.microsoft.com/office/drawing/2014/main" id="{E41A4677-8F0A-975F-D28C-B2A2C93116D5}"/>
                  </a:ext>
                </a:extLst>
              </p:cNvPr>
              <p:cNvSpPr/>
              <p:nvPr/>
            </p:nvSpPr>
            <p:spPr>
              <a:xfrm>
                <a:off x="4776144" y="2210130"/>
                <a:ext cx="566058" cy="52251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9EFD0E3F-6B77-D70A-F796-5663701DDE57}"/>
                  </a:ext>
                </a:extLst>
              </p:cNvPr>
              <p:cNvCxnSpPr>
                <a:cxnSpLocks/>
              </p:cNvCxnSpPr>
              <p:nvPr/>
            </p:nvCxnSpPr>
            <p:spPr>
              <a:xfrm flipV="1">
                <a:off x="3261755" y="2819400"/>
                <a:ext cx="0" cy="242025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70E0A122-D1EC-4C95-9B07-F475700178AC}"/>
                  </a:ext>
                </a:extLst>
              </p:cNvPr>
              <p:cNvCxnSpPr>
                <a:cxnSpLocks/>
              </p:cNvCxnSpPr>
              <p:nvPr/>
            </p:nvCxnSpPr>
            <p:spPr>
              <a:xfrm flipH="1" flipV="1">
                <a:off x="5059173" y="2819400"/>
                <a:ext cx="1152941" cy="242025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14" name="TextBox 13">
              <a:extLst>
                <a:ext uri="{FF2B5EF4-FFF2-40B4-BE49-F238E27FC236}">
                  <a16:creationId xmlns:a16="http://schemas.microsoft.com/office/drawing/2014/main" id="{FD734B06-CB03-046F-4E52-BC4244644543}"/>
                </a:ext>
              </a:extLst>
            </p:cNvPr>
            <p:cNvSpPr txBox="1"/>
            <p:nvPr/>
          </p:nvSpPr>
          <p:spPr>
            <a:xfrm>
              <a:off x="1049564" y="4861859"/>
              <a:ext cx="3464379" cy="1432893"/>
            </a:xfrm>
            <a:prstGeom prst="rect">
              <a:avLst/>
            </a:prstGeom>
            <a:noFill/>
          </p:spPr>
          <p:txBody>
            <a:bodyPr wrap="square" rtlCol="0">
              <a:spAutoFit/>
            </a:bodyPr>
            <a:lstStyle/>
            <a:p>
              <a:pPr>
                <a:lnSpc>
                  <a:spcPct val="150000"/>
                </a:lnSpc>
              </a:pPr>
              <a:r>
                <a:rPr lang="en-US" sz="2000" dirty="0"/>
                <a:t>A part that tells you who you are and what computer you are communicating with</a:t>
              </a:r>
            </a:p>
          </p:txBody>
        </p:sp>
        <p:sp>
          <p:nvSpPr>
            <p:cNvPr id="15" name="TextBox 14">
              <a:extLst>
                <a:ext uri="{FF2B5EF4-FFF2-40B4-BE49-F238E27FC236}">
                  <a16:creationId xmlns:a16="http://schemas.microsoft.com/office/drawing/2014/main" id="{B0B21FCE-6F9F-A3AD-15C1-A8DB5B21A3BD}"/>
                </a:ext>
              </a:extLst>
            </p:cNvPr>
            <p:cNvSpPr txBox="1"/>
            <p:nvPr/>
          </p:nvSpPr>
          <p:spPr>
            <a:xfrm>
              <a:off x="5059173" y="4982113"/>
              <a:ext cx="5797513" cy="1894558"/>
            </a:xfrm>
            <a:prstGeom prst="rect">
              <a:avLst/>
            </a:prstGeom>
            <a:noFill/>
          </p:spPr>
          <p:txBody>
            <a:bodyPr wrap="square" rtlCol="0">
              <a:spAutoFit/>
            </a:bodyPr>
            <a:lstStyle/>
            <a:p>
              <a:pPr>
                <a:lnSpc>
                  <a:spcPct val="150000"/>
                </a:lnSpc>
              </a:pPr>
              <a:r>
                <a:rPr lang="en-US" sz="2000" dirty="0"/>
                <a:t>The command prompt. NOTE this tells you your terminal is ready to receive a new typed command from you. If you don’t see it – your computer is still executing something else.</a:t>
              </a:r>
            </a:p>
          </p:txBody>
        </p:sp>
      </p:grpSp>
      <p:sp>
        <p:nvSpPr>
          <p:cNvPr id="17" name="TextBox 16">
            <a:extLst>
              <a:ext uri="{FF2B5EF4-FFF2-40B4-BE49-F238E27FC236}">
                <a16:creationId xmlns:a16="http://schemas.microsoft.com/office/drawing/2014/main" id="{48213907-1679-ACF3-617C-9477F1B597D0}"/>
              </a:ext>
            </a:extLst>
          </p:cNvPr>
          <p:cNvSpPr txBox="1"/>
          <p:nvPr/>
        </p:nvSpPr>
        <p:spPr>
          <a:xfrm>
            <a:off x="9795408" y="1630938"/>
            <a:ext cx="2298118" cy="2356222"/>
          </a:xfrm>
          <a:prstGeom prst="rect">
            <a:avLst/>
          </a:prstGeom>
          <a:noFill/>
        </p:spPr>
        <p:txBody>
          <a:bodyPr wrap="square" rtlCol="0">
            <a:spAutoFit/>
          </a:bodyPr>
          <a:lstStyle/>
          <a:p>
            <a:pPr>
              <a:lnSpc>
                <a:spcPct val="150000"/>
              </a:lnSpc>
            </a:pPr>
            <a:r>
              <a:rPr lang="en-US" sz="2000" dirty="0">
                <a:solidFill>
                  <a:schemeClr val="tx2">
                    <a:lumMod val="75000"/>
                    <a:lumOff val="25000"/>
                  </a:schemeClr>
                </a:solidFill>
              </a:rPr>
              <a:t>HINT – your command prompt is customizable, but we will come back to that!</a:t>
            </a:r>
          </a:p>
        </p:txBody>
      </p:sp>
    </p:spTree>
    <p:extLst>
      <p:ext uri="{BB962C8B-B14F-4D97-AF65-F5344CB8AC3E}">
        <p14:creationId xmlns:p14="http://schemas.microsoft.com/office/powerpoint/2010/main" val="397477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39F7D-6F4C-07A6-3AA3-8B4608362F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F6EA8-4124-D8E2-8091-81C8FE8CB102}"/>
              </a:ext>
            </a:extLst>
          </p:cNvPr>
          <p:cNvSpPr>
            <a:spLocks noGrp="1"/>
          </p:cNvSpPr>
          <p:nvPr>
            <p:ph type="ctrTitle"/>
          </p:nvPr>
        </p:nvSpPr>
        <p:spPr>
          <a:xfrm>
            <a:off x="1309627" y="212178"/>
            <a:ext cx="9144000" cy="557441"/>
          </a:xfrm>
        </p:spPr>
        <p:txBody>
          <a:bodyPr>
            <a:normAutofit fontScale="90000"/>
          </a:bodyPr>
          <a:lstStyle/>
          <a:p>
            <a:r>
              <a:rPr lang="en-US" sz="3600" dirty="0"/>
              <a:t>The terminal</a:t>
            </a:r>
          </a:p>
        </p:txBody>
      </p:sp>
      <p:sp>
        <p:nvSpPr>
          <p:cNvPr id="4" name="TextBox 3">
            <a:extLst>
              <a:ext uri="{FF2B5EF4-FFF2-40B4-BE49-F238E27FC236}">
                <a16:creationId xmlns:a16="http://schemas.microsoft.com/office/drawing/2014/main" id="{503D9F39-E7E0-39BB-7C1F-E19602F814A8}"/>
              </a:ext>
            </a:extLst>
          </p:cNvPr>
          <p:cNvSpPr txBox="1"/>
          <p:nvPr/>
        </p:nvSpPr>
        <p:spPr>
          <a:xfrm>
            <a:off x="323850" y="962168"/>
            <a:ext cx="11544300" cy="512621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Mac users you have a built-in terminal (called Terminal!)</a:t>
            </a:r>
          </a:p>
          <a:p>
            <a:pPr marL="285750" indent="-285750">
              <a:lnSpc>
                <a:spcPct val="150000"/>
              </a:lnSpc>
              <a:buFont typeface="Arial" panose="020B0604020202020204" pitchFamily="34" charset="0"/>
              <a:buChar char="•"/>
            </a:pPr>
            <a:endParaRPr lang="en-US" sz="2000" dirty="0"/>
          </a:p>
          <a:p>
            <a:pPr marL="285750" indent="-285750">
              <a:lnSpc>
                <a:spcPct val="150000"/>
              </a:lnSpc>
              <a:buFont typeface="Arial" panose="020B0604020202020204" pitchFamily="34" charset="0"/>
              <a:buChar char="•"/>
            </a:pPr>
            <a:endParaRPr lang="en-US" sz="2000" dirty="0"/>
          </a:p>
          <a:p>
            <a:pPr marL="285750" indent="-285750">
              <a:lnSpc>
                <a:spcPct val="150000"/>
              </a:lnSpc>
              <a:buFont typeface="Arial" panose="020B0604020202020204" pitchFamily="34" charset="0"/>
              <a:buChar char="•"/>
            </a:pPr>
            <a:r>
              <a:rPr lang="en-US" sz="2000" dirty="0"/>
              <a:t>Or there are other popular terminal emulators you can install e.g. iterm2</a:t>
            </a:r>
          </a:p>
          <a:p>
            <a:pPr marL="285750" indent="-285750">
              <a:lnSpc>
                <a:spcPct val="150000"/>
              </a:lnSpc>
              <a:buFont typeface="Arial" panose="020B0604020202020204" pitchFamily="34" charset="0"/>
              <a:buChar char="•"/>
            </a:pPr>
            <a:endParaRPr lang="en-US" sz="2000" dirty="0"/>
          </a:p>
          <a:p>
            <a:pPr>
              <a:lnSpc>
                <a:spcPct val="150000"/>
              </a:lnSpc>
            </a:pPr>
            <a:endParaRPr lang="en-US" sz="2000" dirty="0"/>
          </a:p>
          <a:p>
            <a:pPr>
              <a:lnSpc>
                <a:spcPct val="150000"/>
              </a:lnSpc>
            </a:pPr>
            <a:endParaRPr lang="en-US" sz="2000" dirty="0"/>
          </a:p>
          <a:p>
            <a:pPr marL="285750" indent="-285750">
              <a:lnSpc>
                <a:spcPct val="150000"/>
              </a:lnSpc>
              <a:buFont typeface="Arial" panose="020B0604020202020204" pitchFamily="34" charset="0"/>
              <a:buChar char="•"/>
            </a:pPr>
            <a:r>
              <a:rPr lang="en-US" sz="2000" dirty="0"/>
              <a:t>Windows users you also have a terminal (called command prompt)</a:t>
            </a:r>
          </a:p>
          <a:p>
            <a:pPr marL="285750" indent="-285750">
              <a:lnSpc>
                <a:spcPct val="150000"/>
              </a:lnSpc>
              <a:buFont typeface="Arial" panose="020B0604020202020204" pitchFamily="34" charset="0"/>
              <a:buChar char="•"/>
            </a:pPr>
            <a:endParaRPr lang="en-US" sz="2000" dirty="0"/>
          </a:p>
          <a:p>
            <a:pPr marL="285750" indent="-285750">
              <a:lnSpc>
                <a:spcPct val="150000"/>
              </a:lnSpc>
              <a:buFont typeface="Arial" panose="020B0604020202020204" pitchFamily="34" charset="0"/>
              <a:buChar char="•"/>
            </a:pPr>
            <a:endParaRPr lang="en-US" sz="2000" dirty="0"/>
          </a:p>
          <a:p>
            <a:pPr marL="285750" indent="-285750">
              <a:lnSpc>
                <a:spcPct val="150000"/>
              </a:lnSpc>
              <a:buFont typeface="Arial" panose="020B0604020202020204" pitchFamily="34" charset="0"/>
              <a:buChar char="•"/>
            </a:pPr>
            <a:r>
              <a:rPr lang="en-US" sz="2000" dirty="0"/>
              <a:t>Or you can install others such as Ubuntu (which is what windows users will download)</a:t>
            </a:r>
          </a:p>
        </p:txBody>
      </p:sp>
      <p:pic>
        <p:nvPicPr>
          <p:cNvPr id="5" name="Picture 4">
            <a:extLst>
              <a:ext uri="{FF2B5EF4-FFF2-40B4-BE49-F238E27FC236}">
                <a16:creationId xmlns:a16="http://schemas.microsoft.com/office/drawing/2014/main" id="{46663B25-887D-489D-4EB2-F3CCBBE6A318}"/>
              </a:ext>
            </a:extLst>
          </p:cNvPr>
          <p:cNvPicPr>
            <a:picLocks noChangeAspect="1"/>
          </p:cNvPicPr>
          <p:nvPr/>
        </p:nvPicPr>
        <p:blipFill>
          <a:blip r:embed="rId3"/>
          <a:srcRect l="50777" b="7291"/>
          <a:stretch>
            <a:fillRect/>
          </a:stretch>
        </p:blipFill>
        <p:spPr>
          <a:xfrm>
            <a:off x="7262978" y="596847"/>
            <a:ext cx="1371600" cy="1499150"/>
          </a:xfrm>
          <a:prstGeom prst="rect">
            <a:avLst/>
          </a:prstGeom>
        </p:spPr>
      </p:pic>
      <p:pic>
        <p:nvPicPr>
          <p:cNvPr id="6" name="Picture 5">
            <a:extLst>
              <a:ext uri="{FF2B5EF4-FFF2-40B4-BE49-F238E27FC236}">
                <a16:creationId xmlns:a16="http://schemas.microsoft.com/office/drawing/2014/main" id="{AB7D57CF-6363-4642-736A-0734384B6515}"/>
              </a:ext>
            </a:extLst>
          </p:cNvPr>
          <p:cNvPicPr>
            <a:picLocks noChangeAspect="1"/>
          </p:cNvPicPr>
          <p:nvPr/>
        </p:nvPicPr>
        <p:blipFill>
          <a:blip r:embed="rId3"/>
          <a:srcRect r="44042"/>
          <a:stretch>
            <a:fillRect/>
          </a:stretch>
        </p:blipFill>
        <p:spPr>
          <a:xfrm>
            <a:off x="9222664" y="1833648"/>
            <a:ext cx="1371600" cy="1422400"/>
          </a:xfrm>
          <a:prstGeom prst="rect">
            <a:avLst/>
          </a:prstGeom>
        </p:spPr>
      </p:pic>
      <p:pic>
        <p:nvPicPr>
          <p:cNvPr id="7" name="Picture 6">
            <a:extLst>
              <a:ext uri="{FF2B5EF4-FFF2-40B4-BE49-F238E27FC236}">
                <a16:creationId xmlns:a16="http://schemas.microsoft.com/office/drawing/2014/main" id="{D42C3644-AD3C-CACE-8333-0BA94F68DE11}"/>
              </a:ext>
            </a:extLst>
          </p:cNvPr>
          <p:cNvPicPr>
            <a:picLocks noChangeAspect="1"/>
          </p:cNvPicPr>
          <p:nvPr/>
        </p:nvPicPr>
        <p:blipFill>
          <a:blip r:embed="rId4"/>
          <a:srcRect t="17407" b="19875"/>
          <a:stretch>
            <a:fillRect/>
          </a:stretch>
        </p:blipFill>
        <p:spPr>
          <a:xfrm>
            <a:off x="8260640" y="3679354"/>
            <a:ext cx="3659897" cy="1200137"/>
          </a:xfrm>
          <a:prstGeom prst="rect">
            <a:avLst/>
          </a:prstGeom>
        </p:spPr>
      </p:pic>
      <p:pic>
        <p:nvPicPr>
          <p:cNvPr id="1026" name="Picture 2" descr="Ubuntu: The Flagship Distro of the Linux World">
            <a:extLst>
              <a:ext uri="{FF2B5EF4-FFF2-40B4-BE49-F238E27FC236}">
                <a16:creationId xmlns:a16="http://schemas.microsoft.com/office/drawing/2014/main" id="{AD2AEEA2-F23B-5A46-D1EA-5C668CA3C5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82225" y="5302797"/>
            <a:ext cx="1790700" cy="134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4223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9693-ADCC-409A-E8AC-73471F866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0DB92-0097-FCFE-33BD-9A46BE94CE78}"/>
              </a:ext>
            </a:extLst>
          </p:cNvPr>
          <p:cNvSpPr>
            <a:spLocks noGrp="1"/>
          </p:cNvSpPr>
          <p:nvPr>
            <p:ph type="ctrTitle"/>
          </p:nvPr>
        </p:nvSpPr>
        <p:spPr>
          <a:xfrm>
            <a:off x="1309627" y="212178"/>
            <a:ext cx="9144000" cy="557441"/>
          </a:xfrm>
        </p:spPr>
        <p:txBody>
          <a:bodyPr>
            <a:normAutofit fontScale="90000"/>
          </a:bodyPr>
          <a:lstStyle/>
          <a:p>
            <a:r>
              <a:rPr lang="en-US" sz="3600" dirty="0"/>
              <a:t>The shell</a:t>
            </a:r>
          </a:p>
        </p:txBody>
      </p:sp>
      <p:sp>
        <p:nvSpPr>
          <p:cNvPr id="4" name="TextBox 3">
            <a:extLst>
              <a:ext uri="{FF2B5EF4-FFF2-40B4-BE49-F238E27FC236}">
                <a16:creationId xmlns:a16="http://schemas.microsoft.com/office/drawing/2014/main" id="{38DAA93F-D8C2-698E-3297-6318D083DE0C}"/>
              </a:ext>
            </a:extLst>
          </p:cNvPr>
          <p:cNvSpPr txBox="1"/>
          <p:nvPr/>
        </p:nvSpPr>
        <p:spPr>
          <a:xfrm>
            <a:off x="1562351" y="890872"/>
            <a:ext cx="9327322" cy="28178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The shell is the interpreter that executes commands you type into your terminal</a:t>
            </a:r>
          </a:p>
          <a:p>
            <a:pPr marL="285750" indent="-285750">
              <a:lnSpc>
                <a:spcPct val="150000"/>
              </a:lnSpc>
              <a:buFont typeface="Arial" panose="020B0604020202020204" pitchFamily="34" charset="0"/>
              <a:buChar char="•"/>
            </a:pPr>
            <a:r>
              <a:rPr lang="en-US" sz="2000" dirty="0"/>
              <a:t>There are many different types of shell</a:t>
            </a:r>
          </a:p>
          <a:p>
            <a:pPr marL="285750" indent="-285750">
              <a:lnSpc>
                <a:spcPct val="150000"/>
              </a:lnSpc>
              <a:buFont typeface="Arial" panose="020B0604020202020204" pitchFamily="34" charset="0"/>
              <a:buChar char="•"/>
            </a:pPr>
            <a:r>
              <a:rPr lang="en-US" sz="2000" dirty="0"/>
              <a:t>Mac default is the Z-shell (ZSH)</a:t>
            </a:r>
          </a:p>
          <a:p>
            <a:pPr marL="285750" indent="-285750">
              <a:lnSpc>
                <a:spcPct val="150000"/>
              </a:lnSpc>
              <a:buFont typeface="Arial" panose="020B0604020202020204" pitchFamily="34" charset="0"/>
              <a:buChar char="•"/>
            </a:pPr>
            <a:r>
              <a:rPr lang="en-US" sz="2000" dirty="0"/>
              <a:t>Windows default is PowerShell</a:t>
            </a:r>
          </a:p>
          <a:p>
            <a:pPr marL="285750" indent="-285750">
              <a:lnSpc>
                <a:spcPct val="150000"/>
              </a:lnSpc>
              <a:buFont typeface="Arial" panose="020B0604020202020204" pitchFamily="34" charset="0"/>
              <a:buChar char="•"/>
            </a:pPr>
            <a:r>
              <a:rPr lang="en-US" sz="2000" dirty="0"/>
              <a:t>Linux default is the Bourne – again shell (BASH), based on the shell (SH)</a:t>
            </a:r>
          </a:p>
          <a:p>
            <a:pPr marL="285750" indent="-285750">
              <a:lnSpc>
                <a:spcPct val="150000"/>
              </a:lnSpc>
              <a:buFont typeface="Arial" panose="020B0604020202020204" pitchFamily="34" charset="0"/>
              <a:buChar char="•"/>
            </a:pPr>
            <a:r>
              <a:rPr lang="en-US" sz="2000" dirty="0"/>
              <a:t>ZSH, SH and BASH are very similar. Windows PowerShell is VERY different!</a:t>
            </a:r>
          </a:p>
        </p:txBody>
      </p:sp>
      <p:pic>
        <p:nvPicPr>
          <p:cNvPr id="8" name="Picture 7" descr="A logo of a company&#10;&#10;AI-generated content may be incorrect.">
            <a:extLst>
              <a:ext uri="{FF2B5EF4-FFF2-40B4-BE49-F238E27FC236}">
                <a16:creationId xmlns:a16="http://schemas.microsoft.com/office/drawing/2014/main" id="{DA451113-E277-A029-42CA-6603FC1B7984}"/>
              </a:ext>
            </a:extLst>
          </p:cNvPr>
          <p:cNvPicPr>
            <a:picLocks noChangeAspect="1"/>
          </p:cNvPicPr>
          <p:nvPr/>
        </p:nvPicPr>
        <p:blipFill>
          <a:blip r:embed="rId3"/>
          <a:stretch>
            <a:fillRect/>
          </a:stretch>
        </p:blipFill>
        <p:spPr>
          <a:xfrm>
            <a:off x="3474480" y="3830013"/>
            <a:ext cx="3695789" cy="1558391"/>
          </a:xfrm>
          <a:prstGeom prst="rect">
            <a:avLst/>
          </a:prstGeom>
        </p:spPr>
      </p:pic>
      <p:sp>
        <p:nvSpPr>
          <p:cNvPr id="10" name="TextBox 9">
            <a:extLst>
              <a:ext uri="{FF2B5EF4-FFF2-40B4-BE49-F238E27FC236}">
                <a16:creationId xmlns:a16="http://schemas.microsoft.com/office/drawing/2014/main" id="{B7A7AA5B-538F-351E-8418-634E69192C34}"/>
              </a:ext>
            </a:extLst>
          </p:cNvPr>
          <p:cNvSpPr txBox="1"/>
          <p:nvPr/>
        </p:nvSpPr>
        <p:spPr>
          <a:xfrm>
            <a:off x="1105150" y="5579529"/>
            <a:ext cx="9552954" cy="971292"/>
          </a:xfrm>
          <a:prstGeom prst="rect">
            <a:avLst/>
          </a:prstGeom>
          <a:noFill/>
        </p:spPr>
        <p:txBody>
          <a:bodyPr wrap="square">
            <a:spAutoFit/>
          </a:bodyPr>
          <a:lstStyle/>
          <a:p>
            <a:pPr algn="ctr">
              <a:lnSpc>
                <a:spcPct val="150000"/>
              </a:lnSpc>
            </a:pPr>
            <a:r>
              <a:rPr lang="en-US" sz="2000" b="1" dirty="0">
                <a:solidFill>
                  <a:schemeClr val="accent6">
                    <a:lumMod val="75000"/>
                  </a:schemeClr>
                </a:solidFill>
              </a:rPr>
              <a:t>We will predominantly be learning code for the BASH shell in this course because this is how you will interact with all Linux – based HPCs</a:t>
            </a:r>
          </a:p>
        </p:txBody>
      </p:sp>
    </p:spTree>
    <p:extLst>
      <p:ext uri="{BB962C8B-B14F-4D97-AF65-F5344CB8AC3E}">
        <p14:creationId xmlns:p14="http://schemas.microsoft.com/office/powerpoint/2010/main" val="4241441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D3C7D-3EE6-95C1-C908-E30486B81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D9CD2-601A-201F-660F-D60D38E26B81}"/>
              </a:ext>
            </a:extLst>
          </p:cNvPr>
          <p:cNvSpPr>
            <a:spLocks noGrp="1"/>
          </p:cNvSpPr>
          <p:nvPr>
            <p:ph type="ctrTitle"/>
          </p:nvPr>
        </p:nvSpPr>
        <p:spPr>
          <a:xfrm>
            <a:off x="696647" y="190467"/>
            <a:ext cx="10741415" cy="557441"/>
          </a:xfrm>
        </p:spPr>
        <p:txBody>
          <a:bodyPr>
            <a:normAutofit fontScale="90000"/>
          </a:bodyPr>
          <a:lstStyle/>
          <a:p>
            <a:r>
              <a:rPr lang="en-US" sz="3600" dirty="0"/>
              <a:t>SSH – secure shell – used to connect to a remote machine</a:t>
            </a:r>
          </a:p>
        </p:txBody>
      </p:sp>
      <p:sp>
        <p:nvSpPr>
          <p:cNvPr id="5" name="TextBox 4">
            <a:extLst>
              <a:ext uri="{FF2B5EF4-FFF2-40B4-BE49-F238E27FC236}">
                <a16:creationId xmlns:a16="http://schemas.microsoft.com/office/drawing/2014/main" id="{DCAD74FA-6920-AA88-587A-E1D276CFD69C}"/>
              </a:ext>
            </a:extLst>
          </p:cNvPr>
          <p:cNvSpPr txBox="1"/>
          <p:nvPr/>
        </p:nvSpPr>
        <p:spPr>
          <a:xfrm>
            <a:off x="471665" y="3975012"/>
            <a:ext cx="11248670" cy="327955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To connect to a </a:t>
            </a:r>
            <a:r>
              <a:rPr lang="en-US" sz="2000" b="1" u="sng" dirty="0"/>
              <a:t>remote machine </a:t>
            </a:r>
            <a:r>
              <a:rPr lang="en-US" sz="2000" dirty="0"/>
              <a:t>we use the ssh command.</a:t>
            </a:r>
          </a:p>
          <a:p>
            <a:pPr marL="285750" indent="-285750">
              <a:lnSpc>
                <a:spcPct val="150000"/>
              </a:lnSpc>
              <a:buFont typeface="Arial" panose="020B0604020202020204" pitchFamily="34" charset="0"/>
              <a:buChar char="•"/>
            </a:pPr>
            <a:r>
              <a:rPr lang="en-US" sz="2000" dirty="0"/>
              <a:t>Once you have successfully executed the ssh command you will be logged into a remote machine (via the internet).</a:t>
            </a:r>
          </a:p>
          <a:p>
            <a:pPr marL="285750" indent="-285750">
              <a:lnSpc>
                <a:spcPct val="150000"/>
              </a:lnSpc>
              <a:buFont typeface="Arial" panose="020B0604020202020204" pitchFamily="34" charset="0"/>
              <a:buChar char="•"/>
            </a:pPr>
            <a:r>
              <a:rPr lang="en-US" sz="2000" dirty="0"/>
              <a:t>Everything you type will then being executed on the remote machine NOT your own laptop.</a:t>
            </a:r>
          </a:p>
          <a:p>
            <a:pPr marL="285750" indent="-285750">
              <a:lnSpc>
                <a:spcPct val="150000"/>
              </a:lnSpc>
              <a:buFont typeface="Arial" panose="020B0604020202020204" pitchFamily="34" charset="0"/>
              <a:buChar char="•"/>
            </a:pPr>
            <a:r>
              <a:rPr lang="en-US" sz="2000" dirty="0"/>
              <a:t>This will remain the case until you log out by typing exit, or by closing the terminal window (or if your connection to the remote machine drops because of poor internet </a:t>
            </a:r>
            <a:r>
              <a:rPr lang="en-US" sz="2000" dirty="0" err="1"/>
              <a:t>etc</a:t>
            </a:r>
            <a:r>
              <a:rPr lang="en-US" sz="2000" dirty="0"/>
              <a:t>).</a:t>
            </a:r>
          </a:p>
          <a:p>
            <a:pPr marL="285750" indent="-285750">
              <a:lnSpc>
                <a:spcPct val="150000"/>
              </a:lnSpc>
              <a:buFont typeface="Arial" panose="020B0604020202020204" pitchFamily="34" charset="0"/>
              <a:buChar char="•"/>
            </a:pPr>
            <a:endParaRPr lang="en-US" sz="2000" dirty="0"/>
          </a:p>
        </p:txBody>
      </p:sp>
      <p:sp>
        <p:nvSpPr>
          <p:cNvPr id="3" name="TextBox 2">
            <a:extLst>
              <a:ext uri="{FF2B5EF4-FFF2-40B4-BE49-F238E27FC236}">
                <a16:creationId xmlns:a16="http://schemas.microsoft.com/office/drawing/2014/main" id="{FE10DC03-D301-C619-3952-09977E06A024}"/>
              </a:ext>
            </a:extLst>
          </p:cNvPr>
          <p:cNvSpPr txBox="1"/>
          <p:nvPr/>
        </p:nvSpPr>
        <p:spPr>
          <a:xfrm>
            <a:off x="76022" y="747908"/>
            <a:ext cx="11362040" cy="971228"/>
          </a:xfrm>
          <a:prstGeom prst="rect">
            <a:avLst/>
          </a:prstGeom>
          <a:noFill/>
        </p:spPr>
        <p:txBody>
          <a:bodyPr wrap="square" rtlCol="0">
            <a:spAutoFit/>
          </a:bodyPr>
          <a:lstStyle/>
          <a:p>
            <a:pPr algn="ctr">
              <a:lnSpc>
                <a:spcPct val="150000"/>
              </a:lnSpc>
            </a:pPr>
            <a:r>
              <a:rPr lang="en-US" sz="2000" dirty="0"/>
              <a:t>When you type commands into a terminal on your laptop</a:t>
            </a:r>
          </a:p>
          <a:p>
            <a:pPr algn="ctr">
              <a:lnSpc>
                <a:spcPct val="150000"/>
              </a:lnSpc>
            </a:pPr>
            <a:r>
              <a:rPr lang="en-US" sz="2000" dirty="0"/>
              <a:t> </a:t>
            </a:r>
            <a:r>
              <a:rPr lang="en-US" sz="2000" u="sng" dirty="0"/>
              <a:t>YOU ARE INTERACTING WITH YOUR OWN MACHINE</a:t>
            </a:r>
          </a:p>
        </p:txBody>
      </p:sp>
      <p:pic>
        <p:nvPicPr>
          <p:cNvPr id="1026" name="Picture 2" descr="What is SSH Protocol? How does it work?">
            <a:extLst>
              <a:ext uri="{FF2B5EF4-FFF2-40B4-BE49-F238E27FC236}">
                <a16:creationId xmlns:a16="http://schemas.microsoft.com/office/drawing/2014/main" id="{A6E846AF-710E-B83C-0B19-83BABD068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6592" y="1843314"/>
            <a:ext cx="4338816" cy="2270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2418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C62CA-AF3C-1002-3E03-CE20D99DB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1E29B-4B14-A7F9-5347-0DAFBB3DE61C}"/>
              </a:ext>
            </a:extLst>
          </p:cNvPr>
          <p:cNvSpPr>
            <a:spLocks noGrp="1"/>
          </p:cNvSpPr>
          <p:nvPr>
            <p:ph type="ctrTitle"/>
          </p:nvPr>
        </p:nvSpPr>
        <p:spPr>
          <a:xfrm>
            <a:off x="696647" y="190467"/>
            <a:ext cx="10741415" cy="557441"/>
          </a:xfrm>
        </p:spPr>
        <p:txBody>
          <a:bodyPr>
            <a:normAutofit fontScale="90000"/>
          </a:bodyPr>
          <a:lstStyle/>
          <a:p>
            <a:r>
              <a:rPr lang="en-US" sz="3600" dirty="0"/>
              <a:t>SSH – always look at your command prompt</a:t>
            </a:r>
          </a:p>
        </p:txBody>
      </p:sp>
      <p:sp>
        <p:nvSpPr>
          <p:cNvPr id="3" name="TextBox 2">
            <a:extLst>
              <a:ext uri="{FF2B5EF4-FFF2-40B4-BE49-F238E27FC236}">
                <a16:creationId xmlns:a16="http://schemas.microsoft.com/office/drawing/2014/main" id="{A70F44CD-88A1-9727-2664-08D0CB274EC6}"/>
              </a:ext>
            </a:extLst>
          </p:cNvPr>
          <p:cNvSpPr txBox="1"/>
          <p:nvPr/>
        </p:nvSpPr>
        <p:spPr>
          <a:xfrm>
            <a:off x="8781142" y="1228408"/>
            <a:ext cx="2656919" cy="1894558"/>
          </a:xfrm>
          <a:prstGeom prst="rect">
            <a:avLst/>
          </a:prstGeom>
          <a:noFill/>
        </p:spPr>
        <p:txBody>
          <a:bodyPr wrap="square" rtlCol="0">
            <a:spAutoFit/>
          </a:bodyPr>
          <a:lstStyle/>
          <a:p>
            <a:pPr algn="ctr">
              <a:lnSpc>
                <a:spcPct val="150000"/>
              </a:lnSpc>
            </a:pPr>
            <a:r>
              <a:rPr lang="en-US" sz="2000" dirty="0"/>
              <a:t>When I first open a terminal, I am interacting with my own laptop</a:t>
            </a:r>
            <a:endParaRPr lang="en-US" sz="2000" u="sng" dirty="0"/>
          </a:p>
        </p:txBody>
      </p:sp>
      <p:grpSp>
        <p:nvGrpSpPr>
          <p:cNvPr id="14" name="Group 13">
            <a:extLst>
              <a:ext uri="{FF2B5EF4-FFF2-40B4-BE49-F238E27FC236}">
                <a16:creationId xmlns:a16="http://schemas.microsoft.com/office/drawing/2014/main" id="{45037735-AC09-6BD4-12FA-D293793AF8E6}"/>
              </a:ext>
            </a:extLst>
          </p:cNvPr>
          <p:cNvGrpSpPr/>
          <p:nvPr/>
        </p:nvGrpSpPr>
        <p:grpSpPr>
          <a:xfrm>
            <a:off x="526528" y="1241749"/>
            <a:ext cx="7772400" cy="5512869"/>
            <a:chOff x="2181154" y="1241749"/>
            <a:chExt cx="7772400" cy="5512869"/>
          </a:xfrm>
        </p:grpSpPr>
        <p:pic>
          <p:nvPicPr>
            <p:cNvPr id="4" name="Picture 3">
              <a:extLst>
                <a:ext uri="{FF2B5EF4-FFF2-40B4-BE49-F238E27FC236}">
                  <a16:creationId xmlns:a16="http://schemas.microsoft.com/office/drawing/2014/main" id="{A23EBDE3-EF9B-019A-390F-2FD53171C70D}"/>
                </a:ext>
              </a:extLst>
            </p:cNvPr>
            <p:cNvPicPr>
              <a:picLocks noChangeAspect="1"/>
            </p:cNvPicPr>
            <p:nvPr/>
          </p:nvPicPr>
          <p:blipFill>
            <a:blip r:embed="rId3"/>
            <a:stretch>
              <a:fillRect/>
            </a:stretch>
          </p:blipFill>
          <p:spPr>
            <a:xfrm>
              <a:off x="2181154" y="1241749"/>
              <a:ext cx="7772400" cy="1881217"/>
            </a:xfrm>
            <a:prstGeom prst="rect">
              <a:avLst/>
            </a:prstGeom>
          </p:spPr>
        </p:pic>
        <p:pic>
          <p:nvPicPr>
            <p:cNvPr id="7" name="Picture 6">
              <a:extLst>
                <a:ext uri="{FF2B5EF4-FFF2-40B4-BE49-F238E27FC236}">
                  <a16:creationId xmlns:a16="http://schemas.microsoft.com/office/drawing/2014/main" id="{DF809C2D-F0D0-E219-0505-34790D3D6506}"/>
                </a:ext>
              </a:extLst>
            </p:cNvPr>
            <p:cNvPicPr>
              <a:picLocks noChangeAspect="1"/>
            </p:cNvPicPr>
            <p:nvPr/>
          </p:nvPicPr>
          <p:blipFill>
            <a:blip r:embed="rId4"/>
            <a:stretch>
              <a:fillRect/>
            </a:stretch>
          </p:blipFill>
          <p:spPr>
            <a:xfrm>
              <a:off x="2181154" y="3216348"/>
              <a:ext cx="7772400" cy="3538270"/>
            </a:xfrm>
            <a:prstGeom prst="rect">
              <a:avLst/>
            </a:prstGeom>
          </p:spPr>
        </p:pic>
        <p:cxnSp>
          <p:nvCxnSpPr>
            <p:cNvPr id="11" name="Straight Arrow Connector 10">
              <a:extLst>
                <a:ext uri="{FF2B5EF4-FFF2-40B4-BE49-F238E27FC236}">
                  <a16:creationId xmlns:a16="http://schemas.microsoft.com/office/drawing/2014/main" id="{C5EB41C3-A999-542D-9776-ADF2EFE37E8E}"/>
                </a:ext>
              </a:extLst>
            </p:cNvPr>
            <p:cNvCxnSpPr/>
            <p:nvPr/>
          </p:nvCxnSpPr>
          <p:spPr>
            <a:xfrm flipH="1">
              <a:off x="7605486" y="4238171"/>
              <a:ext cx="2119085" cy="0"/>
            </a:xfrm>
            <a:prstGeom prst="straightConnector1">
              <a:avLst/>
            </a:prstGeom>
            <a:ln w="508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8CA3BC9-0589-77B2-6C8B-DF0957D22CA0}"/>
                </a:ext>
              </a:extLst>
            </p:cNvPr>
            <p:cNvCxnSpPr/>
            <p:nvPr/>
          </p:nvCxnSpPr>
          <p:spPr>
            <a:xfrm flipH="1">
              <a:off x="6067354" y="2073500"/>
              <a:ext cx="2119085" cy="0"/>
            </a:xfrm>
            <a:prstGeom prst="straightConnector1">
              <a:avLst/>
            </a:prstGeom>
            <a:ln w="508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CC89ABF-B496-3E22-46DE-B6DE7B8925D9}"/>
                </a:ext>
              </a:extLst>
            </p:cNvPr>
            <p:cNvCxnSpPr/>
            <p:nvPr/>
          </p:nvCxnSpPr>
          <p:spPr>
            <a:xfrm flipH="1">
              <a:off x="6096000" y="5711371"/>
              <a:ext cx="2119085" cy="0"/>
            </a:xfrm>
            <a:prstGeom prst="straightConnector1">
              <a:avLst/>
            </a:prstGeom>
            <a:ln w="5080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15" name="TextBox 14">
            <a:extLst>
              <a:ext uri="{FF2B5EF4-FFF2-40B4-BE49-F238E27FC236}">
                <a16:creationId xmlns:a16="http://schemas.microsoft.com/office/drawing/2014/main" id="{D26BA9F7-87E7-6399-57D0-3FCFCB209A30}"/>
              </a:ext>
            </a:extLst>
          </p:cNvPr>
          <p:cNvSpPr txBox="1"/>
          <p:nvPr/>
        </p:nvSpPr>
        <p:spPr>
          <a:xfrm>
            <a:off x="8781143" y="4038204"/>
            <a:ext cx="2656919" cy="1894558"/>
          </a:xfrm>
          <a:prstGeom prst="rect">
            <a:avLst/>
          </a:prstGeom>
          <a:noFill/>
        </p:spPr>
        <p:txBody>
          <a:bodyPr wrap="square" rtlCol="0">
            <a:spAutoFit/>
          </a:bodyPr>
          <a:lstStyle/>
          <a:p>
            <a:pPr algn="ctr">
              <a:lnSpc>
                <a:spcPct val="150000"/>
              </a:lnSpc>
            </a:pPr>
            <a:r>
              <a:rPr lang="en-US" sz="2000" dirty="0"/>
              <a:t>After connecting to </a:t>
            </a:r>
            <a:r>
              <a:rPr lang="en-US" sz="2000" dirty="0" err="1"/>
              <a:t>ada</a:t>
            </a:r>
            <a:r>
              <a:rPr lang="en-US" sz="2000" dirty="0"/>
              <a:t> using ssh, I am interacting with Ada, not my own laptop</a:t>
            </a:r>
            <a:endParaRPr lang="en-US" sz="2000" u="sng" dirty="0"/>
          </a:p>
        </p:txBody>
      </p:sp>
    </p:spTree>
    <p:extLst>
      <p:ext uri="{BB962C8B-B14F-4D97-AF65-F5344CB8AC3E}">
        <p14:creationId xmlns:p14="http://schemas.microsoft.com/office/powerpoint/2010/main" val="3280697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5BCD9-2E0C-AFA9-6148-97799FFA9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68557-33DC-6C46-24B9-82BA54A3F59A}"/>
              </a:ext>
            </a:extLst>
          </p:cNvPr>
          <p:cNvSpPr>
            <a:spLocks noGrp="1"/>
          </p:cNvSpPr>
          <p:nvPr>
            <p:ph type="ctrTitle"/>
          </p:nvPr>
        </p:nvSpPr>
        <p:spPr>
          <a:xfrm>
            <a:off x="696647" y="190467"/>
            <a:ext cx="10741415" cy="557441"/>
          </a:xfrm>
        </p:spPr>
        <p:txBody>
          <a:bodyPr>
            <a:normAutofit fontScale="90000"/>
          </a:bodyPr>
          <a:lstStyle/>
          <a:p>
            <a:r>
              <a:rPr lang="en-US" sz="3600" dirty="0"/>
              <a:t>SSH  command structure</a:t>
            </a:r>
          </a:p>
        </p:txBody>
      </p:sp>
      <p:grpSp>
        <p:nvGrpSpPr>
          <p:cNvPr id="4" name="Group 3">
            <a:extLst>
              <a:ext uri="{FF2B5EF4-FFF2-40B4-BE49-F238E27FC236}">
                <a16:creationId xmlns:a16="http://schemas.microsoft.com/office/drawing/2014/main" id="{69C2B29D-087F-A5B4-9C04-F182FD223DAB}"/>
              </a:ext>
            </a:extLst>
          </p:cNvPr>
          <p:cNvGrpSpPr/>
          <p:nvPr/>
        </p:nvGrpSpPr>
        <p:grpSpPr>
          <a:xfrm>
            <a:off x="1158805" y="1060714"/>
            <a:ext cx="9682918" cy="3593922"/>
            <a:chOff x="-191023" y="2657287"/>
            <a:chExt cx="9682918" cy="3593922"/>
          </a:xfrm>
        </p:grpSpPr>
        <p:sp>
          <p:nvSpPr>
            <p:cNvPr id="5" name="TextBox 4">
              <a:extLst>
                <a:ext uri="{FF2B5EF4-FFF2-40B4-BE49-F238E27FC236}">
                  <a16:creationId xmlns:a16="http://schemas.microsoft.com/office/drawing/2014/main" id="{8799AC9E-779A-500C-BFE8-EE5E1ABCF399}"/>
                </a:ext>
              </a:extLst>
            </p:cNvPr>
            <p:cNvSpPr txBox="1"/>
            <p:nvPr/>
          </p:nvSpPr>
          <p:spPr>
            <a:xfrm>
              <a:off x="609606" y="2657287"/>
              <a:ext cx="8882289" cy="1894558"/>
            </a:xfrm>
            <a:prstGeom prst="rect">
              <a:avLst/>
            </a:prstGeom>
            <a:noFill/>
          </p:spPr>
          <p:txBody>
            <a:bodyPr wrap="square" rtlCol="0">
              <a:spAutoFit/>
            </a:bodyPr>
            <a:lstStyle/>
            <a:p>
              <a:pPr>
                <a:lnSpc>
                  <a:spcPct val="150000"/>
                </a:lnSpc>
              </a:pPr>
              <a:r>
                <a:rPr lang="en-US" sz="2000" dirty="0"/>
                <a:t>ssh – secure shell basic command:</a:t>
              </a:r>
            </a:p>
            <a:p>
              <a:pPr>
                <a:lnSpc>
                  <a:spcPct val="150000"/>
                </a:lnSpc>
              </a:pPr>
              <a:endParaRPr lang="en-US" sz="2000" dirty="0"/>
            </a:p>
            <a:p>
              <a:pPr>
                <a:lnSpc>
                  <a:spcPct val="150000"/>
                </a:lnSpc>
              </a:pPr>
              <a:r>
                <a:rPr lang="en-US" sz="2000" dirty="0">
                  <a:latin typeface="Monaco" pitchFamily="2" charset="77"/>
                </a:rPr>
                <a:t>	</a:t>
              </a:r>
              <a:r>
                <a:rPr lang="en-US" sz="2000" dirty="0">
                  <a:solidFill>
                    <a:schemeClr val="bg1"/>
                  </a:solidFill>
                  <a:highlight>
                    <a:srgbClr val="000000"/>
                  </a:highlight>
                  <a:latin typeface="Monaco" pitchFamily="2" charset="77"/>
                </a:rPr>
                <a:t>ssh </a:t>
              </a:r>
              <a:r>
                <a:rPr lang="en-US" sz="2000" dirty="0">
                  <a:solidFill>
                    <a:schemeClr val="accent6">
                      <a:lumMod val="75000"/>
                    </a:schemeClr>
                  </a:solidFill>
                  <a:highlight>
                    <a:srgbClr val="000000"/>
                  </a:highlight>
                  <a:latin typeface="Monaco" pitchFamily="2" charset="77"/>
                </a:rPr>
                <a:t>username</a:t>
              </a:r>
              <a:r>
                <a:rPr lang="en-US" sz="2000" dirty="0">
                  <a:solidFill>
                    <a:schemeClr val="bg1"/>
                  </a:solidFill>
                  <a:highlight>
                    <a:srgbClr val="000000"/>
                  </a:highlight>
                  <a:latin typeface="Monaco" pitchFamily="2" charset="77"/>
                </a:rPr>
                <a:t>@hpclogin02.ada.nottingham.ac.uk </a:t>
              </a:r>
            </a:p>
            <a:p>
              <a:pPr marL="285750" indent="-285750">
                <a:lnSpc>
                  <a:spcPct val="150000"/>
                </a:lnSpc>
                <a:buFont typeface="Arial" panose="020B0604020202020204" pitchFamily="34" charset="0"/>
                <a:buChar char="•"/>
              </a:pPr>
              <a:endParaRPr lang="en-US" sz="2000" dirty="0"/>
            </a:p>
          </p:txBody>
        </p:sp>
        <p:cxnSp>
          <p:nvCxnSpPr>
            <p:cNvPr id="6" name="Straight Arrow Connector 5">
              <a:extLst>
                <a:ext uri="{FF2B5EF4-FFF2-40B4-BE49-F238E27FC236}">
                  <a16:creationId xmlns:a16="http://schemas.microsoft.com/office/drawing/2014/main" id="{31FA8270-890B-54CA-D7FB-5DE1B903DE2D}"/>
                </a:ext>
              </a:extLst>
            </p:cNvPr>
            <p:cNvCxnSpPr>
              <a:cxnSpLocks/>
            </p:cNvCxnSpPr>
            <p:nvPr/>
          </p:nvCxnSpPr>
          <p:spPr>
            <a:xfrm flipV="1">
              <a:off x="909784" y="4029538"/>
              <a:ext cx="593024" cy="581891"/>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346B03D9-0094-FE22-8815-01AB693EED45}"/>
                </a:ext>
              </a:extLst>
            </p:cNvPr>
            <p:cNvSpPr txBox="1"/>
            <p:nvPr/>
          </p:nvSpPr>
          <p:spPr>
            <a:xfrm>
              <a:off x="-191023" y="4656241"/>
              <a:ext cx="1268015" cy="369332"/>
            </a:xfrm>
            <a:prstGeom prst="rect">
              <a:avLst/>
            </a:prstGeom>
            <a:noFill/>
          </p:spPr>
          <p:txBody>
            <a:bodyPr wrap="square">
              <a:spAutoFit/>
            </a:bodyPr>
            <a:lstStyle/>
            <a:p>
              <a:r>
                <a:rPr lang="en-US" sz="1800" dirty="0"/>
                <a:t>command</a:t>
              </a:r>
              <a:endParaRPr lang="en-US" dirty="0"/>
            </a:p>
          </p:txBody>
        </p:sp>
        <p:sp>
          <p:nvSpPr>
            <p:cNvPr id="13" name="TextBox 12">
              <a:extLst>
                <a:ext uri="{FF2B5EF4-FFF2-40B4-BE49-F238E27FC236}">
                  <a16:creationId xmlns:a16="http://schemas.microsoft.com/office/drawing/2014/main" id="{44C8B359-6A6F-1476-DEDC-2F7864B2DC78}"/>
                </a:ext>
              </a:extLst>
            </p:cNvPr>
            <p:cNvSpPr txBox="1"/>
            <p:nvPr/>
          </p:nvSpPr>
          <p:spPr>
            <a:xfrm>
              <a:off x="1843720" y="4773881"/>
              <a:ext cx="1268015" cy="1200329"/>
            </a:xfrm>
            <a:prstGeom prst="rect">
              <a:avLst/>
            </a:prstGeom>
            <a:noFill/>
          </p:spPr>
          <p:txBody>
            <a:bodyPr wrap="square">
              <a:spAutoFit/>
            </a:bodyPr>
            <a:lstStyle/>
            <a:p>
              <a:r>
                <a:rPr lang="en-US" sz="1800" dirty="0"/>
                <a:t>Name of user on the remote machine</a:t>
              </a:r>
              <a:endParaRPr lang="en-US" dirty="0"/>
            </a:p>
          </p:txBody>
        </p:sp>
        <p:cxnSp>
          <p:nvCxnSpPr>
            <p:cNvPr id="16" name="Straight Arrow Connector 15">
              <a:extLst>
                <a:ext uri="{FF2B5EF4-FFF2-40B4-BE49-F238E27FC236}">
                  <a16:creationId xmlns:a16="http://schemas.microsoft.com/office/drawing/2014/main" id="{42A8FCE2-66B4-0CB0-16A5-21C3CE7A62FA}"/>
                </a:ext>
              </a:extLst>
            </p:cNvPr>
            <p:cNvCxnSpPr>
              <a:cxnSpLocks/>
            </p:cNvCxnSpPr>
            <p:nvPr/>
          </p:nvCxnSpPr>
          <p:spPr>
            <a:xfrm flipV="1">
              <a:off x="3505091" y="4191990"/>
              <a:ext cx="0" cy="581891"/>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6DE571CC-3B22-FAEF-512E-AB4AC300679B}"/>
                </a:ext>
              </a:extLst>
            </p:cNvPr>
            <p:cNvSpPr txBox="1"/>
            <p:nvPr/>
          </p:nvSpPr>
          <p:spPr>
            <a:xfrm>
              <a:off x="3109137" y="4773881"/>
              <a:ext cx="1268015" cy="1477328"/>
            </a:xfrm>
            <a:prstGeom prst="rect">
              <a:avLst/>
            </a:prstGeom>
            <a:noFill/>
          </p:spPr>
          <p:txBody>
            <a:bodyPr wrap="square">
              <a:spAutoFit/>
            </a:bodyPr>
            <a:lstStyle/>
            <a:p>
              <a:r>
                <a:rPr lang="en-US" sz="1800" dirty="0"/>
                <a:t>Symbol to separate username from host address</a:t>
              </a:r>
              <a:endParaRPr lang="en-US" dirty="0"/>
            </a:p>
          </p:txBody>
        </p:sp>
        <p:sp>
          <p:nvSpPr>
            <p:cNvPr id="20" name="TextBox 19">
              <a:extLst>
                <a:ext uri="{FF2B5EF4-FFF2-40B4-BE49-F238E27FC236}">
                  <a16:creationId xmlns:a16="http://schemas.microsoft.com/office/drawing/2014/main" id="{A2821E2A-9BB1-7F34-982A-14B3A16E0D53}"/>
                </a:ext>
              </a:extLst>
            </p:cNvPr>
            <p:cNvSpPr txBox="1"/>
            <p:nvPr/>
          </p:nvSpPr>
          <p:spPr>
            <a:xfrm>
              <a:off x="4626534" y="4761039"/>
              <a:ext cx="3204996" cy="1200329"/>
            </a:xfrm>
            <a:prstGeom prst="rect">
              <a:avLst/>
            </a:prstGeom>
            <a:noFill/>
          </p:spPr>
          <p:txBody>
            <a:bodyPr wrap="square">
              <a:spAutoFit/>
            </a:bodyPr>
            <a:lstStyle/>
            <a:p>
              <a:r>
                <a:rPr lang="en-US" sz="1800" dirty="0"/>
                <a:t>Host address of remote machine. This can be an IP address or a domain name as above.</a:t>
              </a:r>
              <a:endParaRPr lang="en-US" dirty="0"/>
            </a:p>
          </p:txBody>
        </p:sp>
        <p:sp>
          <p:nvSpPr>
            <p:cNvPr id="21" name="Left Brace 20">
              <a:extLst>
                <a:ext uri="{FF2B5EF4-FFF2-40B4-BE49-F238E27FC236}">
                  <a16:creationId xmlns:a16="http://schemas.microsoft.com/office/drawing/2014/main" id="{F444D916-45A4-BDCA-2B0F-ABAFB676E403}"/>
                </a:ext>
              </a:extLst>
            </p:cNvPr>
            <p:cNvSpPr/>
            <p:nvPr/>
          </p:nvSpPr>
          <p:spPr>
            <a:xfrm rot="16200000">
              <a:off x="5730871" y="2034609"/>
              <a:ext cx="570984" cy="4740789"/>
            </a:xfrm>
            <a:prstGeom prst="leftBrace">
              <a:avLst>
                <a:gd name="adj1" fmla="val 73392"/>
                <a:gd name="adj2" fmla="val 49397"/>
              </a:avLst>
            </a:prstGeom>
            <a:ln w="22225"/>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2" name="Left Brace 21">
              <a:extLst>
                <a:ext uri="{FF2B5EF4-FFF2-40B4-BE49-F238E27FC236}">
                  <a16:creationId xmlns:a16="http://schemas.microsoft.com/office/drawing/2014/main" id="{7B873F36-6242-CAEF-93BC-2A6ACD4D063A}"/>
                </a:ext>
              </a:extLst>
            </p:cNvPr>
            <p:cNvSpPr/>
            <p:nvPr/>
          </p:nvSpPr>
          <p:spPr>
            <a:xfrm rot="16200000">
              <a:off x="2567695" y="3822127"/>
              <a:ext cx="570984" cy="1162933"/>
            </a:xfrm>
            <a:prstGeom prst="leftBrace">
              <a:avLst>
                <a:gd name="adj1" fmla="val 73392"/>
                <a:gd name="adj2" fmla="val 26054"/>
              </a:avLst>
            </a:prstGeom>
            <a:ln w="22225"/>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grpSp>
      <p:sp>
        <p:nvSpPr>
          <p:cNvPr id="7" name="TextBox 6">
            <a:extLst>
              <a:ext uri="{FF2B5EF4-FFF2-40B4-BE49-F238E27FC236}">
                <a16:creationId xmlns:a16="http://schemas.microsoft.com/office/drawing/2014/main" id="{813871EA-6236-D5C8-975A-270ECD88341B}"/>
              </a:ext>
            </a:extLst>
          </p:cNvPr>
          <p:cNvSpPr txBox="1"/>
          <p:nvPr/>
        </p:nvSpPr>
        <p:spPr>
          <a:xfrm>
            <a:off x="1959434" y="5178085"/>
            <a:ext cx="3599537" cy="646331"/>
          </a:xfrm>
          <a:prstGeom prst="rect">
            <a:avLst/>
          </a:prstGeom>
          <a:noFill/>
        </p:spPr>
        <p:txBody>
          <a:bodyPr wrap="square">
            <a:spAutoFit/>
          </a:bodyPr>
          <a:lstStyle/>
          <a:p>
            <a:r>
              <a:rPr lang="en-US" dirty="0"/>
              <a:t>On Ada this is your university username e.g. mine is </a:t>
            </a:r>
            <a:r>
              <a:rPr lang="en-US" dirty="0" err="1"/>
              <a:t>mbzlld</a:t>
            </a:r>
            <a:endParaRPr lang="en-US" dirty="0"/>
          </a:p>
        </p:txBody>
      </p:sp>
      <p:cxnSp>
        <p:nvCxnSpPr>
          <p:cNvPr id="8" name="Straight Arrow Connector 7">
            <a:extLst>
              <a:ext uri="{FF2B5EF4-FFF2-40B4-BE49-F238E27FC236}">
                <a16:creationId xmlns:a16="http://schemas.microsoft.com/office/drawing/2014/main" id="{D5E02ACF-2DA4-3BE6-1D6A-E93CAE205BCE}"/>
              </a:ext>
            </a:extLst>
          </p:cNvPr>
          <p:cNvCxnSpPr>
            <a:cxnSpLocks/>
          </p:cNvCxnSpPr>
          <p:nvPr/>
        </p:nvCxnSpPr>
        <p:spPr>
          <a:xfrm flipV="1">
            <a:off x="3668732" y="4407636"/>
            <a:ext cx="0" cy="685654"/>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00736B49-981E-0BD1-69A2-34763AE32A7E}"/>
              </a:ext>
            </a:extLst>
          </p:cNvPr>
          <p:cNvSpPr txBox="1"/>
          <p:nvPr/>
        </p:nvSpPr>
        <p:spPr>
          <a:xfrm>
            <a:off x="6096000" y="5211301"/>
            <a:ext cx="5108615" cy="646331"/>
          </a:xfrm>
          <a:prstGeom prst="rect">
            <a:avLst/>
          </a:prstGeom>
          <a:noFill/>
        </p:spPr>
        <p:txBody>
          <a:bodyPr wrap="square">
            <a:spAutoFit/>
          </a:bodyPr>
          <a:lstStyle/>
          <a:p>
            <a:r>
              <a:rPr lang="en-US" dirty="0"/>
              <a:t>You can use either hpclogin01 or hpclogin02 here (these are the two login nodes on Ada).</a:t>
            </a:r>
          </a:p>
        </p:txBody>
      </p:sp>
      <p:cxnSp>
        <p:nvCxnSpPr>
          <p:cNvPr id="14" name="Straight Arrow Connector 13">
            <a:extLst>
              <a:ext uri="{FF2B5EF4-FFF2-40B4-BE49-F238E27FC236}">
                <a16:creationId xmlns:a16="http://schemas.microsoft.com/office/drawing/2014/main" id="{6FD9EED7-CDCD-F018-93D4-7BBC064044DD}"/>
              </a:ext>
            </a:extLst>
          </p:cNvPr>
          <p:cNvCxnSpPr>
            <a:cxnSpLocks/>
          </p:cNvCxnSpPr>
          <p:nvPr/>
        </p:nvCxnSpPr>
        <p:spPr>
          <a:xfrm flipV="1">
            <a:off x="7217475" y="4377637"/>
            <a:ext cx="0" cy="685654"/>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C5C1940D-C2BA-484E-6E82-3B294580965E}"/>
              </a:ext>
            </a:extLst>
          </p:cNvPr>
          <p:cNvCxnSpPr>
            <a:cxnSpLocks/>
          </p:cNvCxnSpPr>
          <p:nvPr/>
        </p:nvCxnSpPr>
        <p:spPr>
          <a:xfrm flipV="1">
            <a:off x="2259612" y="2511880"/>
            <a:ext cx="1163959" cy="1589811"/>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1BE0D48B-0075-AD13-EE49-2128E4F220FB}"/>
              </a:ext>
            </a:extLst>
          </p:cNvPr>
          <p:cNvSpPr txBox="1"/>
          <p:nvPr/>
        </p:nvSpPr>
        <p:spPr>
          <a:xfrm>
            <a:off x="1213544" y="4146503"/>
            <a:ext cx="1268015" cy="369332"/>
          </a:xfrm>
          <a:prstGeom prst="rect">
            <a:avLst/>
          </a:prstGeom>
          <a:noFill/>
        </p:spPr>
        <p:txBody>
          <a:bodyPr wrap="square">
            <a:spAutoFit/>
          </a:bodyPr>
          <a:lstStyle/>
          <a:p>
            <a:r>
              <a:rPr lang="en-US" dirty="0"/>
              <a:t>o</a:t>
            </a:r>
            <a:r>
              <a:rPr lang="en-US" sz="1800" dirty="0"/>
              <a:t>ne space</a:t>
            </a:r>
            <a:endParaRPr lang="en-US" dirty="0"/>
          </a:p>
        </p:txBody>
      </p:sp>
    </p:spTree>
    <p:extLst>
      <p:ext uri="{BB962C8B-B14F-4D97-AF65-F5344CB8AC3E}">
        <p14:creationId xmlns:p14="http://schemas.microsoft.com/office/powerpoint/2010/main" val="748979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E5C4C-4EBD-76EC-0FAF-A2075BE61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EBA257-5ECD-CC98-20EB-8AE00D9F13B0}"/>
              </a:ext>
            </a:extLst>
          </p:cNvPr>
          <p:cNvSpPr>
            <a:spLocks noGrp="1"/>
          </p:cNvSpPr>
          <p:nvPr>
            <p:ph type="ctrTitle"/>
          </p:nvPr>
        </p:nvSpPr>
        <p:spPr>
          <a:xfrm>
            <a:off x="1323915" y="83590"/>
            <a:ext cx="9144000" cy="557441"/>
          </a:xfrm>
        </p:spPr>
        <p:txBody>
          <a:bodyPr>
            <a:normAutofit fontScale="90000"/>
          </a:bodyPr>
          <a:lstStyle/>
          <a:p>
            <a:r>
              <a:rPr lang="en-US" sz="3600" dirty="0"/>
              <a:t>EXERCISE: Connect to the UoN HPC – Ada</a:t>
            </a:r>
          </a:p>
        </p:txBody>
      </p:sp>
      <p:sp>
        <p:nvSpPr>
          <p:cNvPr id="5" name="TextBox 4">
            <a:extLst>
              <a:ext uri="{FF2B5EF4-FFF2-40B4-BE49-F238E27FC236}">
                <a16:creationId xmlns:a16="http://schemas.microsoft.com/office/drawing/2014/main" id="{CA557741-4338-4E0E-6F5A-A368999CE262}"/>
              </a:ext>
            </a:extLst>
          </p:cNvPr>
          <p:cNvSpPr txBox="1"/>
          <p:nvPr/>
        </p:nvSpPr>
        <p:spPr>
          <a:xfrm>
            <a:off x="624117" y="657948"/>
            <a:ext cx="11016343" cy="6214009"/>
          </a:xfrm>
          <a:prstGeom prst="rect">
            <a:avLst/>
          </a:prstGeom>
          <a:noFill/>
        </p:spPr>
        <p:txBody>
          <a:bodyPr wrap="square" rtlCol="0">
            <a:spAutoFit/>
          </a:bodyPr>
          <a:lstStyle/>
          <a:p>
            <a:pPr marL="457200" indent="-457200">
              <a:lnSpc>
                <a:spcPct val="150000"/>
              </a:lnSpc>
              <a:buAutoNum type="arabicPeriod"/>
            </a:pPr>
            <a:r>
              <a:rPr lang="en-US" sz="2000" dirty="0">
                <a:solidFill>
                  <a:srgbClr val="FF0000"/>
                </a:solidFill>
              </a:rPr>
              <a:t>**Always connect to the VPN before trying to login to Ada (even on campus)**</a:t>
            </a:r>
          </a:p>
          <a:p>
            <a:pPr marL="457200" indent="-457200">
              <a:lnSpc>
                <a:spcPct val="150000"/>
              </a:lnSpc>
              <a:buAutoNum type="arabicPeriod"/>
            </a:pPr>
            <a:r>
              <a:rPr lang="en-US" sz="2000" dirty="0">
                <a:solidFill>
                  <a:schemeClr val="bg2">
                    <a:lumMod val="50000"/>
                  </a:schemeClr>
                </a:solidFill>
              </a:rPr>
              <a:t>Then open a terminal (terminal or iterm2 for Mac users, Ubuntu for Windows users)</a:t>
            </a:r>
          </a:p>
          <a:p>
            <a:pPr marL="457200" indent="-457200">
              <a:lnSpc>
                <a:spcPct val="150000"/>
              </a:lnSpc>
              <a:buAutoNum type="arabicPeriod"/>
            </a:pPr>
            <a:r>
              <a:rPr lang="en-US" sz="2000" dirty="0">
                <a:solidFill>
                  <a:schemeClr val="bg2">
                    <a:lumMod val="50000"/>
                  </a:schemeClr>
                </a:solidFill>
              </a:rPr>
              <a:t>Type this command into your terminal (replacing ‘username’ with your university username)</a:t>
            </a:r>
          </a:p>
          <a:p>
            <a:pPr marL="457200" indent="-457200">
              <a:lnSpc>
                <a:spcPct val="150000"/>
              </a:lnSpc>
              <a:buAutoNum type="arabicPeriod"/>
            </a:pPr>
            <a:endParaRPr lang="en-US" sz="2000" dirty="0"/>
          </a:p>
          <a:p>
            <a:pPr marL="457200" indent="-457200">
              <a:lnSpc>
                <a:spcPct val="150000"/>
              </a:lnSpc>
              <a:buAutoNum type="arabicPeriod"/>
            </a:pPr>
            <a:r>
              <a:rPr lang="en-US" sz="2000" dirty="0">
                <a:solidFill>
                  <a:schemeClr val="bg2">
                    <a:lumMod val="50000"/>
                  </a:schemeClr>
                </a:solidFill>
              </a:rPr>
              <a:t>You should be prompted to enter your password (type your university password and hit return) – NOTE: you will not see any characters when you type your password. This is a safety feature but rest assured you are typing. If you get it wrong you will get multiple attempts.</a:t>
            </a:r>
          </a:p>
          <a:p>
            <a:pPr marL="457200" indent="-457200">
              <a:lnSpc>
                <a:spcPct val="150000"/>
              </a:lnSpc>
              <a:buAutoNum type="arabicPeriod"/>
            </a:pPr>
            <a:r>
              <a:rPr lang="en-US" sz="2000" dirty="0">
                <a:solidFill>
                  <a:schemeClr val="bg2">
                    <a:lumMod val="50000"/>
                  </a:schemeClr>
                </a:solidFill>
              </a:rPr>
              <a:t>The first time you login you will get a message about whether you trust this machine and want to add it to known hosts. Type </a:t>
            </a:r>
            <a:r>
              <a:rPr lang="en-US" sz="2400" dirty="0">
                <a:latin typeface="Monaco" pitchFamily="2" charset="77"/>
              </a:rPr>
              <a:t>y</a:t>
            </a:r>
            <a:r>
              <a:rPr lang="en-US" sz="2000" dirty="0"/>
              <a:t> </a:t>
            </a:r>
            <a:r>
              <a:rPr lang="en-US" sz="2000" dirty="0">
                <a:solidFill>
                  <a:schemeClr val="bg2">
                    <a:lumMod val="50000"/>
                  </a:schemeClr>
                </a:solidFill>
              </a:rPr>
              <a:t>or</a:t>
            </a:r>
            <a:r>
              <a:rPr lang="en-US" sz="2000" dirty="0"/>
              <a:t> </a:t>
            </a:r>
            <a:r>
              <a:rPr lang="en-US" sz="2400" dirty="0">
                <a:latin typeface="Monaco" pitchFamily="2" charset="77"/>
              </a:rPr>
              <a:t>yes</a:t>
            </a:r>
            <a:r>
              <a:rPr lang="en-US" sz="2000" dirty="0">
                <a:solidFill>
                  <a:schemeClr val="bg2">
                    <a:lumMod val="50000"/>
                  </a:schemeClr>
                </a:solidFill>
              </a:rPr>
              <a:t> to add to known hosts.</a:t>
            </a:r>
          </a:p>
          <a:p>
            <a:pPr marL="457200" indent="-457200">
              <a:lnSpc>
                <a:spcPct val="150000"/>
              </a:lnSpc>
              <a:buAutoNum type="arabicPeriod"/>
            </a:pPr>
            <a:r>
              <a:rPr lang="en-US" sz="2000" dirty="0">
                <a:solidFill>
                  <a:schemeClr val="bg2">
                    <a:lumMod val="50000"/>
                  </a:schemeClr>
                </a:solidFill>
              </a:rPr>
              <a:t>You should be connected. Check you see the word Ada at your command prompt:</a:t>
            </a:r>
          </a:p>
          <a:p>
            <a:pPr marL="457200" indent="-457200">
              <a:lnSpc>
                <a:spcPct val="150000"/>
              </a:lnSpc>
              <a:buAutoNum type="arabicPeriod"/>
            </a:pPr>
            <a:endParaRPr lang="en-US" sz="2000" dirty="0"/>
          </a:p>
          <a:p>
            <a:pPr marL="457200" indent="-457200">
              <a:lnSpc>
                <a:spcPct val="150000"/>
              </a:lnSpc>
              <a:buAutoNum type="arabicPeriod"/>
            </a:pPr>
            <a:endParaRPr lang="en-US" sz="2000" dirty="0"/>
          </a:p>
          <a:p>
            <a:pPr marL="457200" indent="-457200">
              <a:lnSpc>
                <a:spcPct val="150000"/>
              </a:lnSpc>
              <a:buAutoNum type="arabicPeriod"/>
            </a:pPr>
            <a:r>
              <a:rPr lang="en-US" sz="2000" dirty="0">
                <a:solidFill>
                  <a:schemeClr val="bg2">
                    <a:lumMod val="50000"/>
                  </a:schemeClr>
                </a:solidFill>
              </a:rPr>
              <a:t>Then logout use the command:    </a:t>
            </a:r>
            <a:r>
              <a:rPr lang="en-US" sz="2400" dirty="0">
                <a:latin typeface="Monaco" pitchFamily="2" charset="77"/>
              </a:rPr>
              <a:t>exit</a:t>
            </a:r>
            <a:endParaRPr lang="en-US" sz="2000" dirty="0">
              <a:latin typeface="Monaco" pitchFamily="2" charset="77"/>
            </a:endParaRPr>
          </a:p>
        </p:txBody>
      </p:sp>
      <p:sp>
        <p:nvSpPr>
          <p:cNvPr id="7" name="TextBox 6">
            <a:extLst>
              <a:ext uri="{FF2B5EF4-FFF2-40B4-BE49-F238E27FC236}">
                <a16:creationId xmlns:a16="http://schemas.microsoft.com/office/drawing/2014/main" id="{B36E6A4F-A803-F665-7EA3-58B63AA86C36}"/>
              </a:ext>
            </a:extLst>
          </p:cNvPr>
          <p:cNvSpPr txBox="1"/>
          <p:nvPr/>
        </p:nvSpPr>
        <p:spPr>
          <a:xfrm>
            <a:off x="892372" y="2091882"/>
            <a:ext cx="9364829" cy="461665"/>
          </a:xfrm>
          <a:prstGeom prst="rect">
            <a:avLst/>
          </a:prstGeom>
          <a:noFill/>
        </p:spPr>
        <p:txBody>
          <a:bodyPr wrap="square">
            <a:spAutoFit/>
          </a:bodyPr>
          <a:lstStyle/>
          <a:p>
            <a:r>
              <a:rPr lang="en-US" sz="2000" dirty="0">
                <a:latin typeface="Monaco" pitchFamily="2" charset="77"/>
              </a:rPr>
              <a:t>	</a:t>
            </a:r>
            <a:r>
              <a:rPr lang="en-US" sz="2400" dirty="0">
                <a:latin typeface="Monaco" pitchFamily="2" charset="77"/>
              </a:rPr>
              <a:t>ssh </a:t>
            </a:r>
            <a:r>
              <a:rPr lang="en-US" sz="2400" dirty="0">
                <a:solidFill>
                  <a:schemeClr val="accent6">
                    <a:lumMod val="75000"/>
                  </a:schemeClr>
                </a:solidFill>
                <a:latin typeface="Monaco" pitchFamily="2" charset="77"/>
              </a:rPr>
              <a:t>username</a:t>
            </a:r>
            <a:r>
              <a:rPr lang="en-US" sz="2400" dirty="0">
                <a:latin typeface="Monaco" pitchFamily="2" charset="77"/>
              </a:rPr>
              <a:t>@hpclogin02.ada.nottingham.ac.uk</a:t>
            </a:r>
            <a:endParaRPr lang="en-US" sz="2000" dirty="0"/>
          </a:p>
        </p:txBody>
      </p:sp>
      <p:pic>
        <p:nvPicPr>
          <p:cNvPr id="10" name="Picture 9">
            <a:extLst>
              <a:ext uri="{FF2B5EF4-FFF2-40B4-BE49-F238E27FC236}">
                <a16:creationId xmlns:a16="http://schemas.microsoft.com/office/drawing/2014/main" id="{4EC058B2-3B31-59A8-E9A9-C4BDCDACA358}"/>
              </a:ext>
            </a:extLst>
          </p:cNvPr>
          <p:cNvPicPr>
            <a:picLocks noChangeAspect="1"/>
          </p:cNvPicPr>
          <p:nvPr/>
        </p:nvPicPr>
        <p:blipFill>
          <a:blip r:embed="rId3"/>
          <a:stretch>
            <a:fillRect/>
          </a:stretch>
        </p:blipFill>
        <p:spPr>
          <a:xfrm>
            <a:off x="3263387" y="5510354"/>
            <a:ext cx="4622800" cy="596900"/>
          </a:xfrm>
          <a:prstGeom prst="rect">
            <a:avLst/>
          </a:prstGeom>
        </p:spPr>
      </p:pic>
    </p:spTree>
    <p:extLst>
      <p:ext uri="{BB962C8B-B14F-4D97-AF65-F5344CB8AC3E}">
        <p14:creationId xmlns:p14="http://schemas.microsoft.com/office/powerpoint/2010/main" val="3640510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BEAA-2FF2-B629-2F50-EC3C77048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B0127F-D89A-0339-C16D-0D354F5CBCBF}"/>
              </a:ext>
            </a:extLst>
          </p:cNvPr>
          <p:cNvSpPr>
            <a:spLocks noGrp="1"/>
          </p:cNvSpPr>
          <p:nvPr>
            <p:ph type="ctrTitle"/>
          </p:nvPr>
        </p:nvSpPr>
        <p:spPr>
          <a:xfrm>
            <a:off x="1323915" y="328726"/>
            <a:ext cx="9144000" cy="557441"/>
          </a:xfrm>
        </p:spPr>
        <p:txBody>
          <a:bodyPr>
            <a:normAutofit fontScale="90000"/>
          </a:bodyPr>
          <a:lstStyle/>
          <a:p>
            <a:r>
              <a:rPr lang="en-US" sz="3600" dirty="0"/>
              <a:t>ssh keys</a:t>
            </a:r>
          </a:p>
        </p:txBody>
      </p:sp>
      <p:pic>
        <p:nvPicPr>
          <p:cNvPr id="4" name="Graphic 3" descr="Key with solid fill">
            <a:extLst>
              <a:ext uri="{FF2B5EF4-FFF2-40B4-BE49-F238E27FC236}">
                <a16:creationId xmlns:a16="http://schemas.microsoft.com/office/drawing/2014/main" id="{6B2BE43A-9FED-F9D4-9729-764102DD9D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524" y="150246"/>
            <a:ext cx="914400" cy="914400"/>
          </a:xfrm>
          <a:prstGeom prst="rect">
            <a:avLst/>
          </a:prstGeom>
        </p:spPr>
      </p:pic>
      <p:pic>
        <p:nvPicPr>
          <p:cNvPr id="7" name="Graphic 6" descr="Key with solid fill">
            <a:extLst>
              <a:ext uri="{FF2B5EF4-FFF2-40B4-BE49-F238E27FC236}">
                <a16:creationId xmlns:a16="http://schemas.microsoft.com/office/drawing/2014/main" id="{7816396C-915C-6633-E181-3E16F88C24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34596" y="133993"/>
            <a:ext cx="914400" cy="914400"/>
          </a:xfrm>
          <a:prstGeom prst="rect">
            <a:avLst/>
          </a:prstGeom>
        </p:spPr>
      </p:pic>
      <p:sp>
        <p:nvSpPr>
          <p:cNvPr id="3" name="TextBox 2">
            <a:extLst>
              <a:ext uri="{FF2B5EF4-FFF2-40B4-BE49-F238E27FC236}">
                <a16:creationId xmlns:a16="http://schemas.microsoft.com/office/drawing/2014/main" id="{88131DB6-515C-B70B-6CC4-0EE5A522454B}"/>
              </a:ext>
            </a:extLst>
          </p:cNvPr>
          <p:cNvSpPr txBox="1"/>
          <p:nvPr/>
        </p:nvSpPr>
        <p:spPr>
          <a:xfrm>
            <a:off x="752433" y="1248462"/>
            <a:ext cx="10687133" cy="1785104"/>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000" dirty="0"/>
              <a:t>Ssh keys allow you to login to a remote machine without having to type your password</a:t>
            </a:r>
          </a:p>
          <a:p>
            <a:pPr marL="285750" indent="-285750">
              <a:spcAft>
                <a:spcPts val="1200"/>
              </a:spcAft>
              <a:buFont typeface="Arial" panose="020B0604020202020204" pitchFamily="34" charset="0"/>
              <a:buChar char="•"/>
            </a:pPr>
            <a:r>
              <a:rPr lang="en-US" sz="2000" dirty="0"/>
              <a:t>Your private key is only ever stored on your own laptop</a:t>
            </a:r>
          </a:p>
          <a:p>
            <a:pPr marL="285750" indent="-285750">
              <a:spcAft>
                <a:spcPts val="1200"/>
              </a:spcAft>
              <a:buFont typeface="Arial" panose="020B0604020202020204" pitchFamily="34" charset="0"/>
              <a:buChar char="•"/>
            </a:pPr>
            <a:r>
              <a:rPr lang="en-US" sz="2000" dirty="0"/>
              <a:t>You can copy your public key to any host you want to connect to</a:t>
            </a:r>
          </a:p>
          <a:p>
            <a:pPr marL="285750" indent="-285750">
              <a:spcAft>
                <a:spcPts val="1200"/>
              </a:spcAft>
              <a:buFont typeface="Arial" panose="020B0604020202020204" pitchFamily="34" charset="0"/>
              <a:buChar char="•"/>
            </a:pPr>
            <a:r>
              <a:rPr lang="en-US" sz="2000" dirty="0"/>
              <a:t>They are more secure than a password because they are never sent over the network</a:t>
            </a:r>
          </a:p>
        </p:txBody>
      </p:sp>
      <p:pic>
        <p:nvPicPr>
          <p:cNvPr id="4098" name="Picture 2" descr="How to Create an SSH Key">
            <a:extLst>
              <a:ext uri="{FF2B5EF4-FFF2-40B4-BE49-F238E27FC236}">
                <a16:creationId xmlns:a16="http://schemas.microsoft.com/office/drawing/2014/main" id="{B8356295-39BB-43C0-4857-EACDCFBC59F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652" t="11214" r="6904" b="29583"/>
          <a:stretch>
            <a:fillRect/>
          </a:stretch>
        </p:blipFill>
        <p:spPr bwMode="auto">
          <a:xfrm>
            <a:off x="1717635" y="3429000"/>
            <a:ext cx="8021451" cy="2811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9462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11F1E-B2A7-5814-DF25-5BE4CD3AC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79CD6-AAAD-6DB9-0912-21F8919E916A}"/>
              </a:ext>
            </a:extLst>
          </p:cNvPr>
          <p:cNvSpPr>
            <a:spLocks noGrp="1"/>
          </p:cNvSpPr>
          <p:nvPr>
            <p:ph type="ctrTitle"/>
          </p:nvPr>
        </p:nvSpPr>
        <p:spPr>
          <a:xfrm>
            <a:off x="1323915" y="328726"/>
            <a:ext cx="9144000" cy="557441"/>
          </a:xfrm>
        </p:spPr>
        <p:txBody>
          <a:bodyPr>
            <a:normAutofit fontScale="90000"/>
          </a:bodyPr>
          <a:lstStyle/>
          <a:p>
            <a:r>
              <a:rPr lang="en-US" sz="3600" dirty="0"/>
              <a:t>ssh keys – how they work</a:t>
            </a:r>
          </a:p>
        </p:txBody>
      </p:sp>
      <p:pic>
        <p:nvPicPr>
          <p:cNvPr id="4" name="Graphic 3" descr="Key with solid fill">
            <a:extLst>
              <a:ext uri="{FF2B5EF4-FFF2-40B4-BE49-F238E27FC236}">
                <a16:creationId xmlns:a16="http://schemas.microsoft.com/office/drawing/2014/main" id="{74B638D4-29ED-1A05-3495-1A26072832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524" y="150246"/>
            <a:ext cx="914400" cy="914400"/>
          </a:xfrm>
          <a:prstGeom prst="rect">
            <a:avLst/>
          </a:prstGeom>
        </p:spPr>
      </p:pic>
      <p:pic>
        <p:nvPicPr>
          <p:cNvPr id="7" name="Graphic 6" descr="Key with solid fill">
            <a:extLst>
              <a:ext uri="{FF2B5EF4-FFF2-40B4-BE49-F238E27FC236}">
                <a16:creationId xmlns:a16="http://schemas.microsoft.com/office/drawing/2014/main" id="{58360BD6-0188-97F1-FD23-EB5CE55F18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34596" y="133993"/>
            <a:ext cx="914400" cy="914400"/>
          </a:xfrm>
          <a:prstGeom prst="rect">
            <a:avLst/>
          </a:prstGeom>
        </p:spPr>
      </p:pic>
      <p:pic>
        <p:nvPicPr>
          <p:cNvPr id="6146" name="Picture 2" descr="Configuring SSH Key Authentication on Linux | by Knoldus Inc. | Knoldus -  Technical Insights | Medium">
            <a:extLst>
              <a:ext uri="{FF2B5EF4-FFF2-40B4-BE49-F238E27FC236}">
                <a16:creationId xmlns:a16="http://schemas.microsoft.com/office/drawing/2014/main" id="{836A4B0D-CA8E-5970-19A4-74852C7A57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19" y="1064646"/>
            <a:ext cx="10735482" cy="5094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31903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B3281-5F63-F42E-6521-42A943AB9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92F1C8-5B7C-3A2C-DB9F-686FE8F77B40}"/>
              </a:ext>
            </a:extLst>
          </p:cNvPr>
          <p:cNvSpPr>
            <a:spLocks noGrp="1"/>
          </p:cNvSpPr>
          <p:nvPr>
            <p:ph type="ctrTitle"/>
          </p:nvPr>
        </p:nvSpPr>
        <p:spPr>
          <a:xfrm>
            <a:off x="1323915" y="328726"/>
            <a:ext cx="9144000" cy="557441"/>
          </a:xfrm>
        </p:spPr>
        <p:txBody>
          <a:bodyPr>
            <a:normAutofit fontScale="90000"/>
          </a:bodyPr>
          <a:lstStyle/>
          <a:p>
            <a:r>
              <a:rPr lang="en-US" sz="3600" dirty="0"/>
              <a:t>EXERCISE: set-up Password-less login with ssh keys</a:t>
            </a:r>
          </a:p>
        </p:txBody>
      </p:sp>
      <p:sp>
        <p:nvSpPr>
          <p:cNvPr id="5" name="TextBox 4">
            <a:extLst>
              <a:ext uri="{FF2B5EF4-FFF2-40B4-BE49-F238E27FC236}">
                <a16:creationId xmlns:a16="http://schemas.microsoft.com/office/drawing/2014/main" id="{A2BA3043-00DF-7FB5-9DD1-897E3DBDD204}"/>
              </a:ext>
            </a:extLst>
          </p:cNvPr>
          <p:cNvSpPr txBox="1"/>
          <p:nvPr/>
        </p:nvSpPr>
        <p:spPr>
          <a:xfrm>
            <a:off x="140524" y="968137"/>
            <a:ext cx="11910951" cy="6184001"/>
          </a:xfrm>
          <a:prstGeom prst="rect">
            <a:avLst/>
          </a:prstGeom>
          <a:noFill/>
        </p:spPr>
        <p:txBody>
          <a:bodyPr wrap="square" rtlCol="0">
            <a:spAutoFit/>
          </a:bodyPr>
          <a:lstStyle/>
          <a:p>
            <a:pPr algn="ctr">
              <a:lnSpc>
                <a:spcPct val="150000"/>
              </a:lnSpc>
            </a:pPr>
            <a:r>
              <a:rPr lang="en-US" dirty="0">
                <a:solidFill>
                  <a:schemeClr val="accent5"/>
                </a:solidFill>
              </a:rPr>
              <a:t>ssh keys link your device to the HPC and remove the need for a password when logging in</a:t>
            </a:r>
          </a:p>
          <a:p>
            <a:pPr marL="457200" indent="-457200">
              <a:lnSpc>
                <a:spcPct val="150000"/>
              </a:lnSpc>
              <a:buFont typeface="+mj-lt"/>
              <a:buAutoNum type="arabicPeriod"/>
            </a:pPr>
            <a:r>
              <a:rPr lang="en-US" dirty="0"/>
              <a:t>Open a new Ubuntu (windows) or terminal (mac)</a:t>
            </a:r>
          </a:p>
          <a:p>
            <a:pPr marL="457200" indent="-457200">
              <a:lnSpc>
                <a:spcPct val="150000"/>
              </a:lnSpc>
              <a:buFont typeface="+mj-lt"/>
              <a:buAutoNum type="arabicPeriod"/>
            </a:pPr>
            <a:r>
              <a:rPr lang="en-US" dirty="0"/>
              <a:t>Generate an ssh key pair using the following command (</a:t>
            </a:r>
            <a:r>
              <a:rPr lang="en-US" dirty="0">
                <a:solidFill>
                  <a:schemeClr val="accent1">
                    <a:lumMod val="60000"/>
                    <a:lumOff val="40000"/>
                  </a:schemeClr>
                </a:solidFill>
              </a:rPr>
              <a:t>when it suggests a default name / location for the keys, press enter to accept this, press enter each time it asks for client secret to leave the password for the keys blank</a:t>
            </a:r>
            <a:r>
              <a:rPr lang="en-US" dirty="0"/>
              <a:t>):</a:t>
            </a:r>
          </a:p>
          <a:p>
            <a:pPr>
              <a:lnSpc>
                <a:spcPct val="150000"/>
              </a:lnSpc>
            </a:pPr>
            <a:r>
              <a:rPr lang="en-US" dirty="0">
                <a:latin typeface="Monaco" pitchFamily="2" charset="77"/>
              </a:rPr>
              <a:t>	</a:t>
            </a:r>
            <a:r>
              <a:rPr lang="en-US" sz="2000" dirty="0">
                <a:latin typeface="Monaco" pitchFamily="2" charset="77"/>
              </a:rPr>
              <a:t>ssh-keygen</a:t>
            </a:r>
          </a:p>
          <a:p>
            <a:pPr algn="ctr">
              <a:lnSpc>
                <a:spcPct val="150000"/>
              </a:lnSpc>
            </a:pPr>
            <a:r>
              <a:rPr lang="en-US" dirty="0"/>
              <a:t>This will create a private and public key pair ON YOUR OWN LAPTOP, usually called </a:t>
            </a:r>
            <a:r>
              <a:rPr lang="en-US" dirty="0" err="1"/>
              <a:t>id_rsa</a:t>
            </a:r>
            <a:r>
              <a:rPr lang="en-US" dirty="0"/>
              <a:t> and </a:t>
            </a:r>
            <a:r>
              <a:rPr lang="en-US" dirty="0" err="1"/>
              <a:t>id_rsa.pub</a:t>
            </a:r>
            <a:r>
              <a:rPr lang="en-US" dirty="0"/>
              <a:t> in the directory ~/.ssh</a:t>
            </a:r>
          </a:p>
          <a:p>
            <a:pPr marL="457200" indent="-457200">
              <a:lnSpc>
                <a:spcPct val="150000"/>
              </a:lnSpc>
              <a:buFont typeface="+mj-lt"/>
              <a:buAutoNum type="arabicPeriod" startAt="3"/>
            </a:pPr>
            <a:r>
              <a:rPr lang="en-US" dirty="0"/>
              <a:t>Copy the public key to Ada using the following command (</a:t>
            </a:r>
            <a:r>
              <a:rPr lang="en-US" dirty="0">
                <a:solidFill>
                  <a:schemeClr val="accent1">
                    <a:lumMod val="60000"/>
                    <a:lumOff val="40000"/>
                  </a:schemeClr>
                </a:solidFill>
              </a:rPr>
              <a:t>NOTE – replace username with your UoN username. You will be prompted to enter your password for Ada to copy the key. Enter your password and hit the return key</a:t>
            </a:r>
            <a:r>
              <a:rPr lang="en-US" dirty="0"/>
              <a:t>):</a:t>
            </a:r>
          </a:p>
          <a:p>
            <a:pPr>
              <a:lnSpc>
                <a:spcPct val="150000"/>
              </a:lnSpc>
            </a:pPr>
            <a:r>
              <a:rPr lang="en-US" dirty="0"/>
              <a:t>	</a:t>
            </a:r>
            <a:r>
              <a:rPr lang="en-US" sz="2000" dirty="0">
                <a:latin typeface="Monaco" pitchFamily="2" charset="77"/>
              </a:rPr>
              <a:t>ssh-copy-id </a:t>
            </a:r>
            <a:r>
              <a:rPr lang="en-US" sz="2000" dirty="0">
                <a:solidFill>
                  <a:schemeClr val="accent6">
                    <a:lumMod val="75000"/>
                  </a:schemeClr>
                </a:solidFill>
                <a:latin typeface="Monaco" pitchFamily="2" charset="77"/>
              </a:rPr>
              <a:t>username</a:t>
            </a:r>
            <a:r>
              <a:rPr lang="en-US" sz="2000" dirty="0">
                <a:latin typeface="Monaco" pitchFamily="2" charset="77"/>
              </a:rPr>
              <a:t>@hpclogin01.ada.nottingham.ac.uk</a:t>
            </a:r>
          </a:p>
          <a:p>
            <a:pPr marL="457200" indent="-457200">
              <a:lnSpc>
                <a:spcPct val="150000"/>
              </a:lnSpc>
              <a:buFont typeface="+mj-lt"/>
              <a:buAutoNum type="arabicPeriod" startAt="4"/>
            </a:pPr>
            <a:r>
              <a:rPr lang="en-US" dirty="0"/>
              <a:t>Now try logging in to Ada again and you should be able to get in without typing your password (</a:t>
            </a:r>
            <a:r>
              <a:rPr lang="en-US" dirty="0">
                <a:solidFill>
                  <a:schemeClr val="tx2">
                    <a:lumMod val="75000"/>
                    <a:lumOff val="25000"/>
                  </a:schemeClr>
                </a:solidFill>
              </a:rPr>
              <a:t>again make sure you replace the word username with your own username</a:t>
            </a:r>
            <a:r>
              <a:rPr lang="en-US" dirty="0"/>
              <a:t>):</a:t>
            </a:r>
          </a:p>
          <a:p>
            <a:pPr>
              <a:lnSpc>
                <a:spcPct val="150000"/>
              </a:lnSpc>
            </a:pPr>
            <a:r>
              <a:rPr lang="en-US" dirty="0">
                <a:latin typeface="Monaco" pitchFamily="2" charset="77"/>
              </a:rPr>
              <a:t>	 </a:t>
            </a:r>
            <a:r>
              <a:rPr lang="en-US" sz="2000" dirty="0">
                <a:latin typeface="Monaco" pitchFamily="2" charset="77"/>
              </a:rPr>
              <a:t>ssh </a:t>
            </a:r>
            <a:r>
              <a:rPr lang="en-US" sz="2000" dirty="0">
                <a:solidFill>
                  <a:schemeClr val="accent6">
                    <a:lumMod val="75000"/>
                  </a:schemeClr>
                </a:solidFill>
                <a:latin typeface="Monaco" pitchFamily="2" charset="77"/>
              </a:rPr>
              <a:t>username</a:t>
            </a:r>
            <a:r>
              <a:rPr lang="en-US" sz="2000" dirty="0">
                <a:latin typeface="Monaco" pitchFamily="2" charset="77"/>
              </a:rPr>
              <a:t>@hpclogin01.ada.nottingham.ac.uk </a:t>
            </a:r>
            <a:endParaRPr lang="en-US" sz="2400" dirty="0">
              <a:latin typeface="Monaco" pitchFamily="2" charset="77"/>
            </a:endParaRPr>
          </a:p>
          <a:p>
            <a:pPr>
              <a:lnSpc>
                <a:spcPct val="150000"/>
              </a:lnSpc>
            </a:pPr>
            <a:endParaRPr lang="en-US" dirty="0">
              <a:latin typeface="Monaco" pitchFamily="2" charset="77"/>
            </a:endParaRPr>
          </a:p>
        </p:txBody>
      </p:sp>
      <p:pic>
        <p:nvPicPr>
          <p:cNvPr id="4" name="Graphic 3" descr="Key with solid fill">
            <a:extLst>
              <a:ext uri="{FF2B5EF4-FFF2-40B4-BE49-F238E27FC236}">
                <a16:creationId xmlns:a16="http://schemas.microsoft.com/office/drawing/2014/main" id="{5E471EF1-9849-28B6-FCAD-9AE765F97A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524" y="150246"/>
            <a:ext cx="914400" cy="914400"/>
          </a:xfrm>
          <a:prstGeom prst="rect">
            <a:avLst/>
          </a:prstGeom>
        </p:spPr>
      </p:pic>
      <p:pic>
        <p:nvPicPr>
          <p:cNvPr id="7" name="Graphic 6" descr="Key with solid fill">
            <a:extLst>
              <a:ext uri="{FF2B5EF4-FFF2-40B4-BE49-F238E27FC236}">
                <a16:creationId xmlns:a16="http://schemas.microsoft.com/office/drawing/2014/main" id="{04BA99C1-25FE-3691-63FB-CF56F04868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34596" y="133993"/>
            <a:ext cx="914400" cy="914400"/>
          </a:xfrm>
          <a:prstGeom prst="rect">
            <a:avLst/>
          </a:prstGeom>
        </p:spPr>
      </p:pic>
    </p:spTree>
    <p:extLst>
      <p:ext uri="{BB962C8B-B14F-4D97-AF65-F5344CB8AC3E}">
        <p14:creationId xmlns:p14="http://schemas.microsoft.com/office/powerpoint/2010/main" val="1615516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38342-B8B7-EE2A-38D8-B91795794062}"/>
            </a:ext>
          </a:extLst>
        </p:cNvPr>
        <p:cNvGrpSpPr/>
        <p:nvPr/>
      </p:nvGrpSpPr>
      <p:grpSpPr>
        <a:xfrm>
          <a:off x="0" y="0"/>
          <a:ext cx="0" cy="0"/>
          <a:chOff x="0" y="0"/>
          <a:chExt cx="0" cy="0"/>
        </a:xfrm>
      </p:grpSpPr>
      <p:pic>
        <p:nvPicPr>
          <p:cNvPr id="1026" name="Picture 2" descr="Config | LinkedIn">
            <a:extLst>
              <a:ext uri="{FF2B5EF4-FFF2-40B4-BE49-F238E27FC236}">
                <a16:creationId xmlns:a16="http://schemas.microsoft.com/office/drawing/2014/main" id="{D0068FE7-B774-ABA2-738D-026E0FA3AA8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1260" b="32326"/>
          <a:stretch>
            <a:fillRect/>
          </a:stretch>
        </p:blipFill>
        <p:spPr bwMode="auto">
          <a:xfrm>
            <a:off x="2174755" y="5208026"/>
            <a:ext cx="2540000" cy="92491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84A9012-BE9D-978E-C7B0-FB80B717336A}"/>
              </a:ext>
            </a:extLst>
          </p:cNvPr>
          <p:cNvSpPr>
            <a:spLocks noGrp="1"/>
          </p:cNvSpPr>
          <p:nvPr>
            <p:ph type="ctrTitle"/>
          </p:nvPr>
        </p:nvSpPr>
        <p:spPr>
          <a:xfrm>
            <a:off x="1323915" y="140614"/>
            <a:ext cx="9144000" cy="557441"/>
          </a:xfrm>
        </p:spPr>
        <p:txBody>
          <a:bodyPr>
            <a:normAutofit fontScale="90000"/>
          </a:bodyPr>
          <a:lstStyle/>
          <a:p>
            <a:r>
              <a:rPr lang="en-US" sz="3600" dirty="0"/>
              <a:t>ssh config file</a:t>
            </a:r>
          </a:p>
        </p:txBody>
      </p:sp>
      <p:sp>
        <p:nvSpPr>
          <p:cNvPr id="6" name="TextBox 5">
            <a:extLst>
              <a:ext uri="{FF2B5EF4-FFF2-40B4-BE49-F238E27FC236}">
                <a16:creationId xmlns:a16="http://schemas.microsoft.com/office/drawing/2014/main" id="{10842EBC-B494-B317-451B-26A2D0C611A8}"/>
              </a:ext>
            </a:extLst>
          </p:cNvPr>
          <p:cNvSpPr txBox="1"/>
          <p:nvPr/>
        </p:nvSpPr>
        <p:spPr>
          <a:xfrm>
            <a:off x="420414" y="1313264"/>
            <a:ext cx="6801257" cy="327955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t>An ssh config file specifies information about the different hosts you connect to</a:t>
            </a:r>
          </a:p>
          <a:p>
            <a:pPr marL="285750" indent="-285750">
              <a:lnSpc>
                <a:spcPct val="150000"/>
              </a:lnSpc>
              <a:buFont typeface="Arial" panose="020B0604020202020204" pitchFamily="34" charset="0"/>
              <a:buChar char="•"/>
            </a:pPr>
            <a:r>
              <a:rPr lang="en-US" sz="2000" dirty="0"/>
              <a:t>The config file is located here: ~/.ssh/config</a:t>
            </a:r>
          </a:p>
          <a:p>
            <a:pPr marL="285750" indent="-285750">
              <a:lnSpc>
                <a:spcPct val="150000"/>
              </a:lnSpc>
              <a:buFont typeface="Arial" panose="020B0604020202020204" pitchFamily="34" charset="0"/>
              <a:buChar char="•"/>
            </a:pPr>
            <a:r>
              <a:rPr lang="en-US" sz="2000" dirty="0"/>
              <a:t>It allows you to login without having to remember the domain name or </a:t>
            </a:r>
            <a:r>
              <a:rPr lang="en-US" sz="2000" dirty="0" err="1"/>
              <a:t>ip</a:t>
            </a:r>
            <a:r>
              <a:rPr lang="en-US" sz="2000" dirty="0"/>
              <a:t> address of each machine you want to ssh into.</a:t>
            </a:r>
          </a:p>
          <a:p>
            <a:pPr marL="285750" indent="-285750">
              <a:lnSpc>
                <a:spcPct val="150000"/>
              </a:lnSpc>
              <a:buFont typeface="Arial" panose="020B0604020202020204" pitchFamily="34" charset="0"/>
              <a:buChar char="•"/>
            </a:pPr>
            <a:r>
              <a:rPr lang="en-US" sz="2000" dirty="0"/>
              <a:t>Makes life much easier if you regularly use multiple HPCs</a:t>
            </a:r>
          </a:p>
        </p:txBody>
      </p:sp>
      <p:pic>
        <p:nvPicPr>
          <p:cNvPr id="4" name="Picture 3">
            <a:extLst>
              <a:ext uri="{FF2B5EF4-FFF2-40B4-BE49-F238E27FC236}">
                <a16:creationId xmlns:a16="http://schemas.microsoft.com/office/drawing/2014/main" id="{B056681A-4D16-30CA-9EBB-68AF5335A551}"/>
              </a:ext>
            </a:extLst>
          </p:cNvPr>
          <p:cNvPicPr>
            <a:picLocks noChangeAspect="1"/>
          </p:cNvPicPr>
          <p:nvPr/>
        </p:nvPicPr>
        <p:blipFill>
          <a:blip r:embed="rId4"/>
          <a:stretch>
            <a:fillRect/>
          </a:stretch>
        </p:blipFill>
        <p:spPr>
          <a:xfrm>
            <a:off x="7477246" y="1116399"/>
            <a:ext cx="4516377" cy="5230702"/>
          </a:xfrm>
          <a:prstGeom prst="rect">
            <a:avLst/>
          </a:prstGeom>
        </p:spPr>
      </p:pic>
      <p:sp>
        <p:nvSpPr>
          <p:cNvPr id="8" name="TextBox 7">
            <a:extLst>
              <a:ext uri="{FF2B5EF4-FFF2-40B4-BE49-F238E27FC236}">
                <a16:creationId xmlns:a16="http://schemas.microsoft.com/office/drawing/2014/main" id="{6BF698C0-A4DA-5B11-A7C5-E43A2E7CD639}"/>
              </a:ext>
            </a:extLst>
          </p:cNvPr>
          <p:cNvSpPr txBox="1"/>
          <p:nvPr/>
        </p:nvSpPr>
        <p:spPr>
          <a:xfrm>
            <a:off x="7477246" y="698055"/>
            <a:ext cx="1367309" cy="369332"/>
          </a:xfrm>
          <a:prstGeom prst="rect">
            <a:avLst/>
          </a:prstGeom>
          <a:noFill/>
        </p:spPr>
        <p:txBody>
          <a:bodyPr wrap="square">
            <a:spAutoFit/>
          </a:bodyPr>
          <a:lstStyle/>
          <a:p>
            <a:r>
              <a:rPr lang="en-US" dirty="0"/>
              <a:t>Example:</a:t>
            </a:r>
          </a:p>
        </p:txBody>
      </p:sp>
    </p:spTree>
    <p:extLst>
      <p:ext uri="{BB962C8B-B14F-4D97-AF65-F5344CB8AC3E}">
        <p14:creationId xmlns:p14="http://schemas.microsoft.com/office/powerpoint/2010/main" val="1427272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E86C3-4512-0C0E-26D5-61C87BC15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44708-2303-9C7F-244D-58CFB7440C02}"/>
              </a:ext>
            </a:extLst>
          </p:cNvPr>
          <p:cNvSpPr>
            <a:spLocks noGrp="1"/>
          </p:cNvSpPr>
          <p:nvPr>
            <p:ph type="ctrTitle"/>
          </p:nvPr>
        </p:nvSpPr>
        <p:spPr>
          <a:xfrm>
            <a:off x="1323915" y="140614"/>
            <a:ext cx="9144000" cy="557441"/>
          </a:xfrm>
        </p:spPr>
        <p:txBody>
          <a:bodyPr>
            <a:normAutofit fontScale="90000"/>
          </a:bodyPr>
          <a:lstStyle/>
          <a:p>
            <a:r>
              <a:rPr lang="en-US" sz="3600" dirty="0"/>
              <a:t>Setting up a config file</a:t>
            </a:r>
          </a:p>
        </p:txBody>
      </p:sp>
      <p:sp>
        <p:nvSpPr>
          <p:cNvPr id="5" name="TextBox 4">
            <a:extLst>
              <a:ext uri="{FF2B5EF4-FFF2-40B4-BE49-F238E27FC236}">
                <a16:creationId xmlns:a16="http://schemas.microsoft.com/office/drawing/2014/main" id="{8AA229F2-331F-884B-93C5-DD4CECD1D7F9}"/>
              </a:ext>
            </a:extLst>
          </p:cNvPr>
          <p:cNvSpPr txBox="1"/>
          <p:nvPr/>
        </p:nvSpPr>
        <p:spPr>
          <a:xfrm>
            <a:off x="1323915" y="3569365"/>
            <a:ext cx="6581166" cy="1885131"/>
          </a:xfrm>
          <a:prstGeom prst="rect">
            <a:avLst/>
          </a:prstGeom>
          <a:solidFill>
            <a:schemeClr val="tx2">
              <a:lumMod val="25000"/>
              <a:lumOff val="75000"/>
            </a:schemeClr>
          </a:solidFill>
          <a:ln>
            <a:solidFill>
              <a:schemeClr val="tx1"/>
            </a:solidFill>
          </a:ln>
        </p:spPr>
        <p:txBody>
          <a:bodyPr wrap="square" rtlCol="0">
            <a:spAutoFit/>
          </a:bodyPr>
          <a:lstStyle/>
          <a:p>
            <a:pPr>
              <a:lnSpc>
                <a:spcPct val="150000"/>
              </a:lnSpc>
            </a:pPr>
            <a:r>
              <a:rPr lang="en-US" sz="2000" dirty="0">
                <a:latin typeface="Monaco" pitchFamily="2" charset="77"/>
              </a:rPr>
              <a:t>Host </a:t>
            </a:r>
            <a:r>
              <a:rPr lang="en-US" sz="2000" dirty="0" err="1">
                <a:latin typeface="Monaco" pitchFamily="2" charset="77"/>
              </a:rPr>
              <a:t>ada</a:t>
            </a:r>
            <a:endParaRPr lang="en-US" sz="2000" dirty="0">
              <a:latin typeface="Monaco" pitchFamily="2" charset="77"/>
            </a:endParaRPr>
          </a:p>
          <a:p>
            <a:pPr>
              <a:lnSpc>
                <a:spcPct val="150000"/>
              </a:lnSpc>
            </a:pPr>
            <a:r>
              <a:rPr lang="en-US" sz="2000" dirty="0">
                <a:latin typeface="Monaco" pitchFamily="2" charset="77"/>
              </a:rPr>
              <a:t> Hostname hpclogin02.ada.nottingham.ac.uk</a:t>
            </a:r>
          </a:p>
          <a:p>
            <a:pPr>
              <a:lnSpc>
                <a:spcPct val="150000"/>
              </a:lnSpc>
            </a:pPr>
            <a:r>
              <a:rPr lang="en-US" sz="2000" dirty="0">
                <a:latin typeface="Monaco" pitchFamily="2" charset="77"/>
              </a:rPr>
              <a:t> User </a:t>
            </a:r>
            <a:r>
              <a:rPr lang="en-US" sz="2000" dirty="0">
                <a:solidFill>
                  <a:schemeClr val="accent3"/>
                </a:solidFill>
                <a:latin typeface="Monaco" pitchFamily="2" charset="77"/>
              </a:rPr>
              <a:t>username</a:t>
            </a:r>
          </a:p>
          <a:p>
            <a:pPr>
              <a:lnSpc>
                <a:spcPct val="150000"/>
              </a:lnSpc>
            </a:pPr>
            <a:endParaRPr lang="en-US" sz="2000" dirty="0">
              <a:latin typeface="Monaco" pitchFamily="2" charset="77"/>
            </a:endParaRPr>
          </a:p>
        </p:txBody>
      </p:sp>
      <p:sp>
        <p:nvSpPr>
          <p:cNvPr id="6" name="TextBox 5">
            <a:extLst>
              <a:ext uri="{FF2B5EF4-FFF2-40B4-BE49-F238E27FC236}">
                <a16:creationId xmlns:a16="http://schemas.microsoft.com/office/drawing/2014/main" id="{76C75CEE-9B2D-DE75-C8ED-E997E119F0DC}"/>
              </a:ext>
            </a:extLst>
          </p:cNvPr>
          <p:cNvSpPr txBox="1"/>
          <p:nvPr/>
        </p:nvSpPr>
        <p:spPr>
          <a:xfrm>
            <a:off x="861848" y="725063"/>
            <a:ext cx="10731062" cy="143289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t>We will create a config file together… use nano or vim or whatever text editor you prefer!</a:t>
            </a:r>
            <a:br>
              <a:rPr lang="en-US" sz="2000" dirty="0"/>
            </a:br>
            <a:r>
              <a:rPr lang="en-US" sz="2000" dirty="0"/>
              <a:t>E.g. type     </a:t>
            </a:r>
            <a:r>
              <a:rPr lang="en-US" sz="2000" dirty="0">
                <a:latin typeface="Monaco" pitchFamily="2" charset="77"/>
              </a:rPr>
              <a:t>nano ~/.ssh/config   </a:t>
            </a:r>
            <a:r>
              <a:rPr lang="en-US" sz="2000" dirty="0"/>
              <a:t>OR      </a:t>
            </a:r>
            <a:r>
              <a:rPr lang="en-US" sz="2000" dirty="0">
                <a:latin typeface="Monaco" pitchFamily="2" charset="77"/>
              </a:rPr>
              <a:t>vim ~/.ssh/config </a:t>
            </a:r>
            <a:r>
              <a:rPr lang="en-US" sz="2000" dirty="0"/>
              <a:t> into your terminal to create the file, type the text from the example below then save.</a:t>
            </a:r>
          </a:p>
        </p:txBody>
      </p:sp>
      <p:pic>
        <p:nvPicPr>
          <p:cNvPr id="1026" name="Picture 2" descr="Config | LinkedIn">
            <a:extLst>
              <a:ext uri="{FF2B5EF4-FFF2-40B4-BE49-F238E27FC236}">
                <a16:creationId xmlns:a16="http://schemas.microsoft.com/office/drawing/2014/main" id="{B620F8C8-96A2-9E50-59B2-AF020DCFA9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3558" y="3288636"/>
            <a:ext cx="2540000" cy="2540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7CE8C22-9707-737C-6962-495BD2DE9DD3}"/>
              </a:ext>
            </a:extLst>
          </p:cNvPr>
          <p:cNvSpPr txBox="1"/>
          <p:nvPr/>
        </p:nvSpPr>
        <p:spPr>
          <a:xfrm>
            <a:off x="861848" y="5920934"/>
            <a:ext cx="10106484" cy="50744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t>After you have created your config file try logging in using the command:     </a:t>
            </a:r>
            <a:r>
              <a:rPr lang="en-US" sz="2000" dirty="0">
                <a:latin typeface="Monaco" pitchFamily="2" charset="77"/>
              </a:rPr>
              <a:t>ssh </a:t>
            </a:r>
            <a:r>
              <a:rPr lang="en-US" sz="2000" dirty="0" err="1">
                <a:latin typeface="Monaco" pitchFamily="2" charset="77"/>
              </a:rPr>
              <a:t>ada</a:t>
            </a:r>
            <a:endParaRPr lang="en-US" sz="2000" dirty="0">
              <a:latin typeface="Monaco" pitchFamily="2" charset="77"/>
            </a:endParaRPr>
          </a:p>
        </p:txBody>
      </p:sp>
      <p:sp>
        <p:nvSpPr>
          <p:cNvPr id="9" name="TextBox 8">
            <a:extLst>
              <a:ext uri="{FF2B5EF4-FFF2-40B4-BE49-F238E27FC236}">
                <a16:creationId xmlns:a16="http://schemas.microsoft.com/office/drawing/2014/main" id="{5289767E-C7FA-E2C7-7FB0-7BBE76942EAD}"/>
              </a:ext>
            </a:extLst>
          </p:cNvPr>
          <p:cNvSpPr txBox="1"/>
          <p:nvPr/>
        </p:nvSpPr>
        <p:spPr>
          <a:xfrm>
            <a:off x="1210916" y="2642305"/>
            <a:ext cx="9256999" cy="646331"/>
          </a:xfrm>
          <a:prstGeom prst="rect">
            <a:avLst/>
          </a:prstGeom>
          <a:noFill/>
        </p:spPr>
        <p:txBody>
          <a:bodyPr wrap="square">
            <a:spAutoFit/>
          </a:bodyPr>
          <a:lstStyle/>
          <a:p>
            <a:r>
              <a:rPr lang="en-US" sz="1800" dirty="0"/>
              <a:t>Example config file: (note the spaces, indentation and capitalization, it all matters! And you need to replace the word ‘username’ with your own university username)</a:t>
            </a:r>
            <a:endParaRPr lang="en-US" dirty="0"/>
          </a:p>
        </p:txBody>
      </p:sp>
    </p:spTree>
    <p:extLst>
      <p:ext uri="{BB962C8B-B14F-4D97-AF65-F5344CB8AC3E}">
        <p14:creationId xmlns:p14="http://schemas.microsoft.com/office/powerpoint/2010/main" val="1473419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EA78E-DB84-7896-8413-A2AC6B3C0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55C0C8-8EBF-8CE6-789E-A528C8C84059}"/>
              </a:ext>
            </a:extLst>
          </p:cNvPr>
          <p:cNvSpPr>
            <a:spLocks noGrp="1"/>
          </p:cNvSpPr>
          <p:nvPr>
            <p:ph type="ctrTitle"/>
          </p:nvPr>
        </p:nvSpPr>
        <p:spPr>
          <a:xfrm>
            <a:off x="1524000" y="95695"/>
            <a:ext cx="9144000" cy="557441"/>
          </a:xfrm>
        </p:spPr>
        <p:txBody>
          <a:bodyPr>
            <a:normAutofit fontScale="90000"/>
          </a:bodyPr>
          <a:lstStyle/>
          <a:p>
            <a:r>
              <a:rPr lang="en-US" sz="3600" dirty="0" err="1"/>
              <a:t>OpenOnDemand</a:t>
            </a:r>
            <a:endParaRPr lang="en-US" sz="3600" dirty="0"/>
          </a:p>
        </p:txBody>
      </p:sp>
      <p:sp>
        <p:nvSpPr>
          <p:cNvPr id="5" name="TextBox 4">
            <a:extLst>
              <a:ext uri="{FF2B5EF4-FFF2-40B4-BE49-F238E27FC236}">
                <a16:creationId xmlns:a16="http://schemas.microsoft.com/office/drawing/2014/main" id="{67F6267F-AC46-9087-9F2E-91E495B29F8B}"/>
              </a:ext>
            </a:extLst>
          </p:cNvPr>
          <p:cNvSpPr txBox="1"/>
          <p:nvPr/>
        </p:nvSpPr>
        <p:spPr>
          <a:xfrm>
            <a:off x="609251" y="554952"/>
            <a:ext cx="11361426" cy="593047"/>
          </a:xfrm>
          <a:prstGeom prst="rect">
            <a:avLst/>
          </a:prstGeom>
          <a:noFill/>
        </p:spPr>
        <p:txBody>
          <a:bodyPr wrap="square" rtlCol="0">
            <a:spAutoFit/>
          </a:bodyPr>
          <a:lstStyle/>
          <a:p>
            <a:pPr algn="ctr">
              <a:lnSpc>
                <a:spcPct val="150000"/>
              </a:lnSpc>
            </a:pPr>
            <a:r>
              <a:rPr lang="en-GB" sz="2400" b="1" i="0" u="sng" dirty="0">
                <a:solidFill>
                  <a:srgbClr val="03787C"/>
                </a:solidFill>
                <a:effectLst/>
                <a:latin typeface="Segoe UI" panose="020B0502040204020203" pitchFamily="34" charset="0"/>
                <a:hlinkClick r:id="rId3"/>
              </a:rPr>
              <a:t>https://hpcondemand01.ada.nottingham.ac.uk</a:t>
            </a:r>
            <a:endParaRPr lang="en-US" sz="2400" dirty="0"/>
          </a:p>
        </p:txBody>
      </p:sp>
      <p:pic>
        <p:nvPicPr>
          <p:cNvPr id="6" name="Picture 5">
            <a:extLst>
              <a:ext uri="{FF2B5EF4-FFF2-40B4-BE49-F238E27FC236}">
                <a16:creationId xmlns:a16="http://schemas.microsoft.com/office/drawing/2014/main" id="{F3DEFB32-8A10-7B68-CDBE-92A2CE591711}"/>
              </a:ext>
            </a:extLst>
          </p:cNvPr>
          <p:cNvPicPr>
            <a:picLocks noChangeAspect="1"/>
          </p:cNvPicPr>
          <p:nvPr/>
        </p:nvPicPr>
        <p:blipFill>
          <a:blip r:embed="rId4"/>
          <a:stretch>
            <a:fillRect/>
          </a:stretch>
        </p:blipFill>
        <p:spPr>
          <a:xfrm>
            <a:off x="825092" y="1489603"/>
            <a:ext cx="10032095" cy="5060987"/>
          </a:xfrm>
          <a:prstGeom prst="rect">
            <a:avLst/>
          </a:prstGeom>
        </p:spPr>
      </p:pic>
    </p:spTree>
    <p:extLst>
      <p:ext uri="{BB962C8B-B14F-4D97-AF65-F5344CB8AC3E}">
        <p14:creationId xmlns:p14="http://schemas.microsoft.com/office/powerpoint/2010/main" val="1315722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B20D8B-6BDD-B027-76F9-356287EF4930}"/>
              </a:ext>
            </a:extLst>
          </p:cNvPr>
          <p:cNvSpPr txBox="1">
            <a:spLocks/>
          </p:cNvSpPr>
          <p:nvPr/>
        </p:nvSpPr>
        <p:spPr>
          <a:xfrm>
            <a:off x="1520327" y="187287"/>
            <a:ext cx="9144000" cy="557441"/>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err="1"/>
              <a:t>UoN</a:t>
            </a:r>
            <a:r>
              <a:rPr lang="en-US" sz="3600" dirty="0"/>
              <a:t> HPC – Ada – support &amp; information</a:t>
            </a:r>
          </a:p>
        </p:txBody>
      </p:sp>
      <p:sp>
        <p:nvSpPr>
          <p:cNvPr id="5" name="TextBox 4">
            <a:extLst>
              <a:ext uri="{FF2B5EF4-FFF2-40B4-BE49-F238E27FC236}">
                <a16:creationId xmlns:a16="http://schemas.microsoft.com/office/drawing/2014/main" id="{828DC056-10AC-40A1-4F48-3426EDC77E3E}"/>
              </a:ext>
            </a:extLst>
          </p:cNvPr>
          <p:cNvSpPr txBox="1"/>
          <p:nvPr/>
        </p:nvSpPr>
        <p:spPr>
          <a:xfrm>
            <a:off x="156073" y="1260255"/>
            <a:ext cx="11887200" cy="1754326"/>
          </a:xfrm>
          <a:prstGeom prst="rect">
            <a:avLst/>
          </a:prstGeom>
          <a:noFill/>
        </p:spPr>
        <p:txBody>
          <a:bodyPr wrap="square">
            <a:spAutoFit/>
          </a:bodyPr>
          <a:lstStyle/>
          <a:p>
            <a:r>
              <a:rPr lang="en-US" dirty="0">
                <a:solidFill>
                  <a:schemeClr val="tx2"/>
                </a:solidFill>
              </a:rPr>
              <a:t>Commands, partitions and resources:</a:t>
            </a:r>
          </a:p>
          <a:p>
            <a:r>
              <a:rPr lang="en-US" dirty="0">
                <a:solidFill>
                  <a:schemeClr val="tx2"/>
                </a:solidFill>
                <a:hlinkClick r:id="rId3"/>
              </a:rPr>
              <a:t>https://uniofnottm.sharepoint.com/sites/DigitalResearch/SitePages/Ada-Commands-Partitions-and-Resources.aspx</a:t>
            </a:r>
            <a:endParaRPr lang="en-US" dirty="0">
              <a:solidFill>
                <a:schemeClr val="tx2"/>
              </a:solidFill>
            </a:endParaRPr>
          </a:p>
          <a:p>
            <a:endParaRPr lang="en-US" dirty="0">
              <a:solidFill>
                <a:schemeClr val="tx2"/>
              </a:solidFill>
            </a:endParaRPr>
          </a:p>
          <a:p>
            <a:r>
              <a:rPr lang="en-US" dirty="0">
                <a:solidFill>
                  <a:schemeClr val="tx2"/>
                </a:solidFill>
              </a:rPr>
              <a:t>Software modules:</a:t>
            </a:r>
          </a:p>
          <a:p>
            <a:r>
              <a:rPr lang="en-US" dirty="0">
                <a:solidFill>
                  <a:schemeClr val="tx2"/>
                </a:solidFill>
                <a:hlinkClick r:id="rId4"/>
              </a:rPr>
              <a:t>https://uniofnottm.sharepoint.com/sites/DigitalResearch/SitePages/Ada-Compute-software.aspx</a:t>
            </a:r>
            <a:endParaRPr lang="en-US" dirty="0">
              <a:solidFill>
                <a:schemeClr val="tx2"/>
              </a:solidFill>
            </a:endParaRPr>
          </a:p>
          <a:p>
            <a:endParaRPr lang="en-US" dirty="0">
              <a:solidFill>
                <a:schemeClr val="tx2"/>
              </a:solidFill>
            </a:endParaRPr>
          </a:p>
        </p:txBody>
      </p:sp>
      <p:sp>
        <p:nvSpPr>
          <p:cNvPr id="6" name="TextBox 5">
            <a:extLst>
              <a:ext uri="{FF2B5EF4-FFF2-40B4-BE49-F238E27FC236}">
                <a16:creationId xmlns:a16="http://schemas.microsoft.com/office/drawing/2014/main" id="{C743B65B-B1BB-6242-F6F3-14AF5903B12C}"/>
              </a:ext>
            </a:extLst>
          </p:cNvPr>
          <p:cNvSpPr txBox="1"/>
          <p:nvPr/>
        </p:nvSpPr>
        <p:spPr>
          <a:xfrm>
            <a:off x="148727" y="874673"/>
            <a:ext cx="2745955" cy="369332"/>
          </a:xfrm>
          <a:prstGeom prst="rect">
            <a:avLst/>
          </a:prstGeom>
          <a:noFill/>
        </p:spPr>
        <p:txBody>
          <a:bodyPr wrap="square">
            <a:spAutoFit/>
          </a:bodyPr>
          <a:lstStyle/>
          <a:p>
            <a:pPr algn="l"/>
            <a:r>
              <a:rPr lang="en-GB" b="1" i="0" dirty="0">
                <a:solidFill>
                  <a:srgbClr val="323130"/>
                </a:solidFill>
                <a:effectLst/>
                <a:highlight>
                  <a:srgbClr val="FFFFFF"/>
                </a:highlight>
                <a:latin typeface="Segoe UI" panose="020B0502040204020203" pitchFamily="34" charset="0"/>
              </a:rPr>
              <a:t>The </a:t>
            </a:r>
            <a:r>
              <a:rPr lang="en-GB" b="1" i="0" dirty="0" err="1">
                <a:solidFill>
                  <a:srgbClr val="323130"/>
                </a:solidFill>
                <a:effectLst/>
                <a:highlight>
                  <a:srgbClr val="FFFFFF"/>
                </a:highlight>
                <a:latin typeface="Segoe UI" panose="020B0502040204020203" pitchFamily="34" charset="0"/>
              </a:rPr>
              <a:t>sharepoint</a:t>
            </a:r>
            <a:r>
              <a:rPr lang="en-GB" b="1" i="0" dirty="0">
                <a:solidFill>
                  <a:srgbClr val="323130"/>
                </a:solidFill>
                <a:effectLst/>
                <a:highlight>
                  <a:srgbClr val="FFFFFF"/>
                </a:highlight>
                <a:latin typeface="Segoe UI" panose="020B0502040204020203" pitchFamily="34" charset="0"/>
              </a:rPr>
              <a:t> site:</a:t>
            </a:r>
            <a:endParaRPr lang="en-GB" b="0" i="0" dirty="0">
              <a:solidFill>
                <a:srgbClr val="323130"/>
              </a:solidFill>
              <a:effectLst/>
              <a:highlight>
                <a:srgbClr val="FFFFFF"/>
              </a:highlight>
              <a:latin typeface="Segoe UI" panose="020B0502040204020203" pitchFamily="34" charset="0"/>
            </a:endParaRPr>
          </a:p>
        </p:txBody>
      </p:sp>
      <p:sp>
        <p:nvSpPr>
          <p:cNvPr id="7" name="TextBox 6">
            <a:extLst>
              <a:ext uri="{FF2B5EF4-FFF2-40B4-BE49-F238E27FC236}">
                <a16:creationId xmlns:a16="http://schemas.microsoft.com/office/drawing/2014/main" id="{39C89EC8-F7D7-F2C8-46B8-422186E81126}"/>
              </a:ext>
            </a:extLst>
          </p:cNvPr>
          <p:cNvSpPr txBox="1"/>
          <p:nvPr/>
        </p:nvSpPr>
        <p:spPr>
          <a:xfrm>
            <a:off x="184451" y="3681586"/>
            <a:ext cx="11675855" cy="369332"/>
          </a:xfrm>
          <a:prstGeom prst="rect">
            <a:avLst/>
          </a:prstGeom>
          <a:noFill/>
        </p:spPr>
        <p:txBody>
          <a:bodyPr wrap="square">
            <a:spAutoFit/>
          </a:bodyPr>
          <a:lstStyle/>
          <a:p>
            <a:pPr algn="l"/>
            <a:r>
              <a:rPr lang="en-GB" b="1" i="0" dirty="0">
                <a:solidFill>
                  <a:srgbClr val="323130"/>
                </a:solidFill>
                <a:effectLst/>
                <a:highlight>
                  <a:srgbClr val="FFFFFF"/>
                </a:highlight>
                <a:latin typeface="Segoe UI" panose="020B0502040204020203" pitchFamily="34" charset="0"/>
              </a:rPr>
              <a:t>The IT helpdesk: (if you need something that requires admin rights, this is your only option!)</a:t>
            </a:r>
            <a:endParaRPr lang="en-GB" b="0" i="0" dirty="0">
              <a:solidFill>
                <a:srgbClr val="323130"/>
              </a:solidFill>
              <a:effectLst/>
              <a:highlight>
                <a:srgbClr val="FFFFFF"/>
              </a:highlight>
              <a:latin typeface="Segoe UI" panose="020B0502040204020203" pitchFamily="34" charset="0"/>
            </a:endParaRPr>
          </a:p>
        </p:txBody>
      </p:sp>
      <p:sp>
        <p:nvSpPr>
          <p:cNvPr id="8" name="TextBox 7">
            <a:extLst>
              <a:ext uri="{FF2B5EF4-FFF2-40B4-BE49-F238E27FC236}">
                <a16:creationId xmlns:a16="http://schemas.microsoft.com/office/drawing/2014/main" id="{2E489B18-306F-1FB4-ACA3-0425001B697D}"/>
              </a:ext>
            </a:extLst>
          </p:cNvPr>
          <p:cNvSpPr txBox="1"/>
          <p:nvPr/>
        </p:nvSpPr>
        <p:spPr>
          <a:xfrm>
            <a:off x="184451" y="5349399"/>
            <a:ext cx="6546776" cy="369332"/>
          </a:xfrm>
          <a:prstGeom prst="rect">
            <a:avLst/>
          </a:prstGeom>
          <a:noFill/>
        </p:spPr>
        <p:txBody>
          <a:bodyPr wrap="square">
            <a:spAutoFit/>
          </a:bodyPr>
          <a:lstStyle/>
          <a:p>
            <a:pPr algn="l"/>
            <a:r>
              <a:rPr lang="en-GB" b="1" i="0" dirty="0">
                <a:solidFill>
                  <a:srgbClr val="323130"/>
                </a:solidFill>
                <a:effectLst/>
                <a:highlight>
                  <a:srgbClr val="FFFFFF"/>
                </a:highlight>
                <a:latin typeface="Segoe UI" panose="020B0502040204020203" pitchFamily="34" charset="0"/>
              </a:rPr>
              <a:t>Me! : </a:t>
            </a:r>
            <a:r>
              <a:rPr lang="en-GB" i="0" dirty="0">
                <a:solidFill>
                  <a:srgbClr val="323130"/>
                </a:solidFill>
                <a:effectLst/>
                <a:highlight>
                  <a:srgbClr val="FFFFFF"/>
                </a:highlight>
                <a:latin typeface="Segoe UI" panose="020B0502040204020203" pitchFamily="34" charset="0"/>
                <a:hlinkClick r:id="rId5"/>
              </a:rPr>
              <a:t>laura.dean@nottingham.ac.uk</a:t>
            </a:r>
            <a:r>
              <a:rPr lang="en-GB" i="0" dirty="0">
                <a:solidFill>
                  <a:srgbClr val="323130"/>
                </a:solidFill>
                <a:effectLst/>
                <a:highlight>
                  <a:srgbClr val="FFFFFF"/>
                </a:highlight>
                <a:latin typeface="Segoe UI" panose="020B0502040204020203" pitchFamily="34" charset="0"/>
              </a:rPr>
              <a:t> or teams chat</a:t>
            </a:r>
          </a:p>
        </p:txBody>
      </p:sp>
      <p:sp>
        <p:nvSpPr>
          <p:cNvPr id="11" name="TextBox 10">
            <a:extLst>
              <a:ext uri="{FF2B5EF4-FFF2-40B4-BE49-F238E27FC236}">
                <a16:creationId xmlns:a16="http://schemas.microsoft.com/office/drawing/2014/main" id="{C1EDDB11-FC1B-815F-FAA2-102F194500DF}"/>
              </a:ext>
            </a:extLst>
          </p:cNvPr>
          <p:cNvSpPr txBox="1"/>
          <p:nvPr/>
        </p:nvSpPr>
        <p:spPr>
          <a:xfrm>
            <a:off x="148727" y="4108602"/>
            <a:ext cx="9907000" cy="646331"/>
          </a:xfrm>
          <a:prstGeom prst="rect">
            <a:avLst/>
          </a:prstGeom>
          <a:noFill/>
        </p:spPr>
        <p:txBody>
          <a:bodyPr wrap="square">
            <a:spAutoFit/>
          </a:bodyPr>
          <a:lstStyle/>
          <a:p>
            <a:r>
              <a:rPr lang="en-US" dirty="0">
                <a:solidFill>
                  <a:schemeClr val="tx2"/>
                </a:solidFill>
                <a:hlinkClick r:id="rId6"/>
              </a:rPr>
              <a:t>https://www.nottingham.ac.uk/dts/help/self-service-portal/self-service-portal.aspx</a:t>
            </a:r>
            <a:endParaRPr lang="en-US" dirty="0">
              <a:solidFill>
                <a:schemeClr val="tx2"/>
              </a:solidFill>
            </a:endParaRPr>
          </a:p>
          <a:p>
            <a:endParaRPr lang="en-US" dirty="0">
              <a:solidFill>
                <a:schemeClr val="tx2"/>
              </a:solidFill>
            </a:endParaRPr>
          </a:p>
        </p:txBody>
      </p:sp>
      <p:pic>
        <p:nvPicPr>
          <p:cNvPr id="4098" name="Picture 2" descr="sign-with-the-word-help-in-a-hand-icon-vector-9381725">
            <a:extLst>
              <a:ext uri="{FF2B5EF4-FFF2-40B4-BE49-F238E27FC236}">
                <a16:creationId xmlns:a16="http://schemas.microsoft.com/office/drawing/2014/main" id="{5ED5F88D-1D28-AA08-EC11-D3ADFCAF14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74305" y="4766750"/>
            <a:ext cx="1724585" cy="1903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250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26545</TotalTime>
  <Words>1761</Words>
  <Application>Microsoft Macintosh PowerPoint</Application>
  <PresentationFormat>Widescreen</PresentationFormat>
  <Paragraphs>168</Paragraphs>
  <Slides>22</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Aptos</vt:lpstr>
      <vt:lpstr>Aptos Display</vt:lpstr>
      <vt:lpstr>Arial</vt:lpstr>
      <vt:lpstr>Calibri</vt:lpstr>
      <vt:lpstr>Monaco</vt:lpstr>
      <vt:lpstr>Segoe UI</vt:lpstr>
      <vt:lpstr>var(--fontFamilyCustomFont900, var(--fontFamilyBase))</vt:lpstr>
      <vt:lpstr>Wingdings</vt:lpstr>
      <vt:lpstr>Office Theme</vt:lpstr>
      <vt:lpstr>Getting set up on the UoN HPC “Ada”</vt:lpstr>
      <vt:lpstr>Learning Objectives</vt:lpstr>
      <vt:lpstr>What is a HPC?</vt:lpstr>
      <vt:lpstr>Resources on Ada</vt:lpstr>
      <vt:lpstr>PowerPoint Presentation</vt:lpstr>
      <vt:lpstr>PowerPoint Presentation</vt:lpstr>
      <vt:lpstr>PowerPoint Presentation</vt:lpstr>
      <vt:lpstr>The terminal</vt:lpstr>
      <vt:lpstr>The terminal</vt:lpstr>
      <vt:lpstr>The terminal</vt:lpstr>
      <vt:lpstr>The shell</vt:lpstr>
      <vt:lpstr>SSH – secure shell – used to connect to a remote machine</vt:lpstr>
      <vt:lpstr>SSH – always look at your command prompt</vt:lpstr>
      <vt:lpstr>SSH  command structure</vt:lpstr>
      <vt:lpstr>EXERCISE: Connect to the UoN HPC – Ada</vt:lpstr>
      <vt:lpstr>ssh keys</vt:lpstr>
      <vt:lpstr>ssh keys – how they work</vt:lpstr>
      <vt:lpstr>EXERCISE: set-up Password-less login with ssh keys</vt:lpstr>
      <vt:lpstr>ssh config file</vt:lpstr>
      <vt:lpstr>Setting up a config file</vt:lpstr>
      <vt:lpstr>OpenOnDemand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UoN HPC – Ada – info</dc:title>
  <dc:creator>Laura Dean (staff)</dc:creator>
  <cp:lastModifiedBy>Laura Dean (staff)</cp:lastModifiedBy>
  <cp:revision>1</cp:revision>
  <dcterms:created xsi:type="dcterms:W3CDTF">2024-04-22T13:40:25Z</dcterms:created>
  <dcterms:modified xsi:type="dcterms:W3CDTF">2025-09-29T11:52:40Z</dcterms:modified>
</cp:coreProperties>
</file>